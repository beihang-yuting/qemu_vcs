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imHei"/>
              </a:defRPr>
            </a:pPr>
            <a:r>
              <a:t>QEMU-VCS CoSim Platform 项目总览</a:t>
            </a:r>
          </a:p>
          <a:p>
            <a:pPr algn="ctr">
              <a:spcBef>
                <a:spcPts val="2000"/>
              </a:spcBef>
              <a:defRPr sz="1800">
                <a:solidFill>
                  <a:srgbClr val="A0C0E0"/>
                </a:solidFill>
                <a:latin typeface="SimHei"/>
              </a:defRPr>
            </a:pPr>
            <a:r>
              <a:t>协同仿真平台 · 架构设计 · 部署指南</a:t>
            </a:r>
            <a:br/>
            <a:r>
              <a:t>2026-04-23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</p:spPr>
        <p:txBody>
          <a:bodyPr wrap="none" lIns="457200" anchor="ctr">
            <a:spAutoFit/>
          </a:bodyPr>
          <a:lstStyle/>
          <a:p>
            <a:pPr algn="l">
              <a:defRPr sz="2400" b="1">
                <a:solidFill>
                  <a:srgbClr val="002B5C"/>
                </a:solidFill>
                <a:latin typeface="SimHei"/>
              </a:defRPr>
            </a:pPr>
            <a:r>
              <a:t>项目简介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• QEMU-VCS RTL 级软硬件协同仿真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• PCIe TLP 级 MMIO/DMA/MSI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• 支持 SHM 本地和 TCP 跨机两种模式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• 支持 UVM VIP 验证 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</p:spPr>
        <p:txBody>
          <a:bodyPr wrap="none" lIns="457200" anchor="ctr">
            <a:spAutoFit/>
          </a:bodyPr>
          <a:lstStyle/>
          <a:p>
            <a:pPr algn="l">
              <a:defRPr sz="2400" b="1">
                <a:solidFill>
                  <a:srgbClr val="002B5C"/>
                </a:solidFill>
                <a:latin typeface="SimHei"/>
              </a:defRPr>
            </a:pPr>
            <a:r>
              <a:t>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QEMU 侧: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Guest Linux + virtio-net driver → cosim-pcie-rc 自定义设备 → libcosim_bridge.so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VCS 侧: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simv_vip (UVM + pcie_tl_vip) → bridge_vcs DPI-C → ETH SHM → eth_tap_bridge → TAP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通信: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SHM (POSIX 共享内存 + Unix Socket) 或 TCP (v2 三连接 ctrl+data+aux)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</p:spPr>
        <p:txBody>
          <a:bodyPr wrap="none" lIns="457200" anchor="ctr">
            <a:spAutoFit/>
          </a:bodyPr>
          <a:lstStyle/>
          <a:p>
            <a:pPr>
              <a:defRPr sz="2400" b="1">
                <a:solidFill>
                  <a:srgbClr val="002B5C"/>
                </a:solidFill>
                <a:latin typeface="SimHei"/>
              </a:defRPr>
            </a:pPr>
            <a:r>
              <a:t>核心模块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412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路径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bridge/common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bridge/common/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共享库(SHM/ring buffer/transport/trace)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bridge/qemu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bridge/qemu/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QEMU 侧桥接 + irq_poller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bridge/vcs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bridge/vcs/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VCS 侧桥接 + DPI-C + virtqueue DMA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bridge/eth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bridge/eth/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以太网层 (ETH SHM + MAC DPI)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qemu-plugin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qemu-plugin/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cosim-pcie-rc PCIe RC 设备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vcs-tb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vcs-tb/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VCS testbench (EP stub + glue + VIP top)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pcie_tl_vip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pcie_tl_vip/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UVM PCIe TL 验证 IP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</p:spPr>
        <p:txBody>
          <a:bodyPr wrap="none" lIns="457200" anchor="ctr">
            <a:spAutoFit/>
          </a:bodyPr>
          <a:lstStyle/>
          <a:p>
            <a:pPr>
              <a:defRPr sz="2400" b="1">
                <a:solidFill>
                  <a:srgbClr val="002B5C"/>
                </a:solidFill>
                <a:latin typeface="SimHei"/>
              </a:defRPr>
            </a:pPr>
            <a:r>
              <a:t>编译工具链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412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工具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版本要求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gcc/g++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&gt;= 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Bridge C 编译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cmake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&gt;= 3.16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Bridge CMake 构建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python3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&gt;= 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QEMU meson 构建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meson + ninja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QEMU 编译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VCS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Q-2020+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RTL 仿真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glib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&gt;= 2.66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QEMU 依赖(可自动源码编译)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</p:spPr>
        <p:txBody>
          <a:bodyPr wrap="none" lIns="457200" anchor="ctr">
            <a:spAutoFit/>
          </a:bodyPr>
          <a:lstStyle/>
          <a:p>
            <a:pPr algn="l">
              <a:defRPr sz="2400" b="1">
                <a:solidFill>
                  <a:srgbClr val="002B5C"/>
                </a:solidFill>
                <a:latin typeface="SimHei"/>
              </a:defRPr>
            </a:pPr>
            <a:r>
              <a:t>安装流程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三种部署模式: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• ./setup.sh --mode local: 同机全栈(QEMU+VCS+TAP)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• ./setup.sh --mode qemu-only: QEMU 侧远程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• ./setup.sh --mode vcs-only: VCS 侧远程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setup.sh 自动执行流程: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1. 依赖检测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2. Bridge 编译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3. QEMU 编译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4. VCS VIP 编译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5. TAP 编译 + setcap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6. 单元测试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</p:spPr>
        <p:txBody>
          <a:bodyPr wrap="none" lIns="457200" anchor="ctr">
            <a:spAutoFit/>
          </a:bodyPr>
          <a:lstStyle/>
          <a:p>
            <a:pPr>
              <a:defRPr sz="2400" b="1">
                <a:solidFill>
                  <a:srgbClr val="002B5C"/>
                </a:solidFill>
                <a:latin typeface="SimHei"/>
              </a:defRPr>
            </a:pPr>
            <a:r>
              <a:t>部署模式对比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412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特性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Local SHM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TCP 跨机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通信方式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POSIX SHM+Socket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TCP v2 三连接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QEMU 命令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--shm /cosim0 --sock /tmp/cosim0.sock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--transport tcp --port-base 9100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VCS 命令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--shm --sock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--transport tcp --remote-host IP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串口交互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--serial-sock PATH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--serial-sock PATH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波形 dump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默认 FSDB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默认 FSDB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仿真速度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较快(SHM 零拷贝)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较慢(TCP 延迟)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</p:spPr>
        <p:txBody>
          <a:bodyPr wrap="none" lIns="457200" anchor="ctr">
            <a:spAutoFit/>
          </a:bodyPr>
          <a:lstStyle/>
          <a:p>
            <a:pPr algn="l">
              <a:defRPr sz="2400" b="1">
                <a:solidFill>
                  <a:srgbClr val="002B5C"/>
                </a:solidFill>
                <a:latin typeface="SimHei"/>
              </a:defRPr>
            </a:pPr>
            <a:r>
              <a:t>TCP Transport 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v2 三连接: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• ctrl (port_base+0) + data (+1) + aux (+2)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各 channel 职责: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• ctrl: sync 消息 (TLP_READY, CPL_READY, DMA_CPL, SHUTDOWN)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• data: TLP/CPL 数据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• aux: DMA_REQ, DMA_CPL, DMA_DATA, MSI, ETH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关键机制: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• irq_poller: QEMU 侧独立线程, MSG_PEEK 按类型分发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• 自适应 poll 超时: 1ms → 5ms → 50ms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</p:spPr>
        <p:txBody>
          <a:bodyPr wrap="none" lIns="457200" anchor="ctr">
            <a:spAutoFit/>
          </a:bodyPr>
          <a:lstStyle/>
          <a:p>
            <a:pPr algn="l">
              <a:defRPr sz="2400" b="1">
                <a:solidFill>
                  <a:srgbClr val="002B5C"/>
                </a:solidFill>
                <a:latin typeface="SimHei"/>
              </a:defRPr>
            </a:pPr>
            <a:r>
              <a:t>VIP 验证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pcie_tl_vip: 完整 UVM PCIe TL VIP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• Agent: RC/EP driver + monitor + scoreboard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• Sequence: MRd/MWr/CfgRd/CfgWr/DMA/MSI/Error injection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• cosim_rc_driver: DPI-C polling + handle_completion 回传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• cosim_vip_top: NOTIFY event + RX poll + MSI 注入 + FSDB dump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</p:spPr>
        <p:txBody>
          <a:bodyPr wrap="none" lIns="457200" anchor="ctr">
            <a:spAutoFit/>
          </a:bodyPr>
          <a:lstStyle/>
          <a:p>
            <a:pPr algn="l">
              <a:defRPr sz="2400" b="1">
                <a:solidFill>
                  <a:srgbClr val="002B5C"/>
                </a:solidFill>
                <a:latin typeface="SimHei"/>
              </a:defRPr>
            </a:pPr>
            <a:r>
              <a:t>功能测试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• ./cosim.sh test phase1-5: 自动编排测试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• ./cosim.sh test-guide: 交互式测试向导(ping/iperf/arping/压力)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• --serial-sock: Guest 串口交互(python/socat)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• 波形: 默认 FSDB dump, +NO_WAVE 关闭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</p:spPr>
        <p:txBody>
          <a:bodyPr wrap="none" lIns="457200" anchor="ctr">
            <a:spAutoFit/>
          </a:bodyPr>
          <a:lstStyle/>
          <a:p>
            <a:pPr>
              <a:defRPr sz="2400" b="1">
                <a:solidFill>
                  <a:srgbClr val="002B5C"/>
                </a:solidFill>
                <a:latin typeface="SimHei"/>
              </a:defRPr>
            </a:pPr>
            <a:r>
              <a:t>验证结果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412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测试项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Local SHM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TCP 跨机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PCIe TLP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 168+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 100K+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DMA read/write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 280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 4319r+2197w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MSI 中断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 10万次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VQ-TX→TAP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 47包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 1066包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波形 FSDB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tag error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</p:spPr>
        <p:txBody>
          <a:bodyPr wrap="none" lIns="457200" anchor="ctr">
            <a:spAutoFit/>
          </a:bodyPr>
          <a:lstStyle/>
          <a:p>
            <a:pPr algn="l">
              <a:defRPr sz="2400" b="1">
                <a:solidFill>
                  <a:srgbClr val="002B5C"/>
                </a:solidFill>
                <a:latin typeface="SimHei"/>
              </a:defRPr>
            </a:pPr>
            <a:r>
              <a:t>用户扩展指南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• 自定义 VCS testbench: 修改 vcs-tb/*.sv, make vcs-vip 重编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• 自定义 EP 行为: 修改 pcie_ep_stub.sv 的寄存器和 completion 逻辑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• 新增 DPI-C 函数: 在 bridge/vcs/bridge_vcs.c 添加, bridge_vcs.sv 声明 import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• 自定义 Guest: buildroot menuconfig 或替换 rootfs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• 新增测试 sequence: 在 pcie_tl_vip/src/seq/ 添加, cosim_test.sv 引用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• 编译命令: make vcs-vip (VIP模式), make bridge (仅Bridge), cmake + ninja (QEMU)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</p:spPr>
        <p:txBody>
          <a:bodyPr wrap="none" lIns="457200" anchor="ctr">
            <a:spAutoFit/>
          </a:bodyPr>
          <a:lstStyle/>
          <a:p>
            <a:pPr algn="l">
              <a:defRPr sz="2400" b="1">
                <a:solidFill>
                  <a:srgbClr val="002B5C"/>
                </a:solidFill>
                <a:latin typeface="SimHei"/>
              </a:defRPr>
            </a:pPr>
            <a:r>
              <a:t>注意事项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• QEMU 源码树需同步最新 bridge 代码(setup.sh 自动处理)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• eth_tap_bridge 每次编译后需 sudo setcap cap_net_admin+ep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• VCS 机器需 source ~/set-env.sh 加载 EDA 环境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• Guest 建议用 buildroot rootfs(含 virtio_net 驱动)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• 仿真速度由 VCS RTL 仿真决定, ping 超时设 600s+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• TCP 启动顺序: 先 QEMU(listen) → 再 VCS(connect) → 再 TAP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
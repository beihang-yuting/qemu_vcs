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QEMU-VCS 软硬件协同仿真平台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E9AF5"/>
                </a:solidFill>
                <a:latin typeface="Microsoft YaHei"/>
              </a:defRPr>
            </a:pPr>
            <a:r>
              <a:t>DPU/智能网卡芯片设计验证方案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BB"/>
                </a:solidFill>
                <a:latin typeface="Microsoft YaHei"/>
              </a:defRPr>
            </a:pPr>
            <a:r>
              <a:t>2026-04-16  |  设计文档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9AF5"/>
                </a:solidFill>
                <a:latin typeface="Microsoft YaHei"/>
              </a:defRPr>
            </a:pPr>
            <a:r>
              <a:t>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DPU/智能网卡芯片设计验证阶段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Host 端驱动需通过 PCIe 访问 DPU RTL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核心接口：PCIe + 以太网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需要端到端功能验证能力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47548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Microsoft YaHei"/>
              </a:defRPr>
            </a:pPr>
            <a:r>
              <a:t>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QEMU 模拟 x86 Host，跑 Linux + DPU 网卡驱动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VCS 仿真 DPU RTL（PCIe EP、ETH MAC、数据面）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双模式仿真：快速事务级 + 周期精确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双节点互打：两组 QEMU+VCS 通过 ETH 互通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Microsoft YaHei"/>
              </a:defRPr>
            </a:pPr>
            <a:r>
              <a:t>• 面向验证工程师和驱动开发者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方案评估 — 三种架构方案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5029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Microsoft YaHei"/>
              </a:defRPr>
            </a:pPr>
            <a:r>
              <a:t>方案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共享内存 + Socket 同步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QEMU 和 VCS 独立进程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POSIX 共享内存传 TLP 数据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Unix Socket 做握手同步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实现门槛最低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进程独立，分别调试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容易实现精度切换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✗ 同步开销较大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✗ 需处理同步边界情况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5029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9AF5"/>
                </a:solidFill>
                <a:latin typeface="Microsoft YaHei"/>
              </a:defRPr>
            </a:pPr>
            <a:r>
              <a:t>方案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SystemC/TLM 桥接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SystemC 做中间层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QEMU → TLM-2.0 Socket 发事务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SystemC 桥转信号级驱动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行业标准，成熟度高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TLM-2.0 天然支持精度切换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可复用开源 TLM 模型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✗ QEMU 集成 SystemC 复杂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✗ 需要 co-sim license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5029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9800"/>
                </a:solidFill>
                <a:latin typeface="Microsoft YaHei"/>
              </a:defRPr>
            </a:pPr>
            <a:r>
              <a:t>方案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116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BB"/>
                </a:solidFill>
                <a:latin typeface="Microsoft YaHei"/>
              </a:defRPr>
            </a:pPr>
            <a:r>
              <a:t>DPI-C 直连 + QEMU 库模式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6032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QEMU 编译为库 (libqemu)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VCS 通过 DPI-C 同进程调用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共享地址空间，零拷贝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性能最优，无 IPC 开销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同步最简单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✓ 事务和中断路径直接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✗ QEMU 改造量大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✗ 崩溃会拖垮 VCS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CAF50"/>
                </a:solidFill>
                <a:latin typeface="Microsoft YaHei"/>
              </a:defRPr>
            </a:pPr>
            <a:r>
              <a:t>选定方案：共享内存 + Socket 同步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团队 QEMU 经验较新，方案 A 门槛最低，能最快跑通端到端，后续可平滑演进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57200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C6DA"/>
                </a:solidFill>
                <a:latin typeface="Consolas"/>
              </a:defRPr>
            </a:pPr>
            <a:r>
              <a:t>┌──────────────────────────┐        ┌────────────────────────────┐</a:t>
            </a:r>
            <a:br/>
            <a:r>
              <a:t>│      QEMU 进程 (Host)     │        │     VCS 仿真进程 (DPU)      │</a:t>
            </a:r>
            <a:br/>
            <a:r>
              <a:t>│                          │        │                            │</a:t>
            </a:r>
            <a:br/>
            <a:r>
              <a:t>│  Guest OS (Linux)        │        │   DPU RTL Top              │</a:t>
            </a:r>
            <a:br/>
            <a:r>
              <a:t>│    └─ DPU NIC Driver     │        │   ├─ PCIe EP (RTL)         │</a:t>
            </a:r>
            <a:br/>
            <a:r>
              <a:t>│         │ MMIO/DMA       │        │   ├─ ETH MAC (RTL)         │</a:t>
            </a:r>
            <a:br/>
            <a:r>
              <a:t>│  PCIe RC Device Model    │        │   └─ 数据面逻辑 (RTL)       │</a:t>
            </a:r>
            <a:br/>
            <a:r>
              <a:t>│  (自定义 QEMU 设备)       │        │                            │</a:t>
            </a:r>
            <a:br/>
            <a:r>
              <a:t>│         │                │        │        │                   │</a:t>
            </a:r>
            <a:br/>
            <a:r>
              <a:t>│  Bridge Adapter (C lib)  │        │   Bridge Adapter (DPI-C)   │</a:t>
            </a:r>
            <a:br/>
            <a:r>
              <a:t>└─────────┼────────────────┘        └────────┼───────────────────┘</a:t>
            </a:r>
            <a:br/>
            <a:r>
              <a:t>          │                                  │</a:t>
            </a:r>
            <a:br/>
            <a:r>
              <a:t>   ┌──────┴──────────────────────────────────┴──────┐</a:t>
            </a:r>
            <a:br/>
            <a:r>
              <a:t>   │  共享内存 (SHM)        │  同步 Socket (Unix)    │</a:t>
            </a:r>
            <a:br/>
            <a:r>
              <a:t>   │  • TLP 请求/响应队列   │  • 事务握手/中断通知   │</a:t>
            </a:r>
            <a:br/>
            <a:r>
              <a:t>   │  • DMA 数据缓冲        │  • 时钟同步/模式切换   │</a:t>
            </a:r>
            <a:br/>
            <a:r>
              <a:t>   └───────────────────────────────────────────────┘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数据流与同步机制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20116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Microsoft YaHei"/>
              </a:defRPr>
            </a:pPr>
            <a:r>
              <a:t>PCIe MMIO 读事务流程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① Guest 驱动 MMIO Read  →  ② QEMU 拦截, 暂停 vCPU  →  ③ 构造 MRd TLP, 写入 SHM</a:t>
            </a:r>
            <a:br/>
            <a:r>
              <a:t>→  ④ Socket 通知 VCS  →  ⑤ DPI-C 读取 TLP, 驱动 RTL  →  ⑥ RTL 返回数据, 写入 SHM</a:t>
            </a:r>
            <a:br/>
            <a:r>
              <a:t>→  ⑦ Socket 通知 QEMU  →  ⑧ 恢复 vCPU, 返回数据给 Guest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657600"/>
            <a:ext cx="5303520" cy="2743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Microsoft YaHei"/>
              </a:defRPr>
            </a:pPr>
            <a:r>
              <a:t>快速模式（事务级）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同步粒度：每个 PCIe 事务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QEMU 自由运行，遇 PCIe 访问暂停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VCS 快进到事务完成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适合：驱动加载、配置、功能验证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速度：~1000-10000 事务/秒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657600"/>
            <a:ext cx="5303520" cy="2743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Microsoft YaHei"/>
              </a:defRPr>
            </a:pPr>
            <a:r>
              <a:t>精确模式（周期级）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20624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同步粒度：每 N 个时钟周期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VCS 与 QEMU 锁步推进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保证时序一致性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适合：时序调试、波形分析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速度：~10-100 事务/秒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共享内存数据结构与 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Microsoft YaHei"/>
              </a:defRPr>
            </a:pPr>
            <a:r>
              <a:t>PCIe SHM 布局 (64MB)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C6DA"/>
                </a:solidFill>
                <a:latin typeface="Consolas"/>
              </a:defRPr>
            </a:pPr>
            <a:r>
              <a:t>┌─────────────────────────────┐</a:t>
            </a:r>
            <a:br/>
            <a:r>
              <a:t>│ [0x0000] 控制区 (4KB)        │</a:t>
            </a:r>
            <a:br/>
            <a:r>
              <a:t>│  magic / version / mode      │</a:t>
            </a:r>
            <a:br/>
            <a:r>
              <a:t>│  就绪标志 / 仿真时间 / IRQ   │</a:t>
            </a:r>
            <a:br/>
            <a:r>
              <a:t>├─────────────────────────────┤</a:t>
            </a:r>
            <a:br/>
            <a:r>
              <a:t>│ [0x1000] 请求队列 (256KB)    │</a:t>
            </a:r>
            <a:br/>
            <a:r>
              <a:t>│  Ring Buffer: Host→Device    │</a:t>
            </a:r>
            <a:br/>
            <a:r>
              <a:t>│  Entry: type/addr/data/tag   │</a:t>
            </a:r>
            <a:br/>
            <a:r>
              <a:t>├─────────────────────────────┤</a:t>
            </a:r>
            <a:br/>
            <a:r>
              <a:t>│ [0x41000] 响应队列 (256KB)   │</a:t>
            </a:r>
            <a:br/>
            <a:r>
              <a:t>│  Ring Buffer: Device→Host    │</a:t>
            </a:r>
            <a:br/>
            <a:r>
              <a:t>│  Entry: tag/status/data      │</a:t>
            </a:r>
            <a:br/>
            <a:r>
              <a:t>├─────────────────────────────┤</a:t>
            </a:r>
            <a:br/>
            <a:r>
              <a:t>│ [0x81000] DMA 数据区 (63MB)  │</a:t>
            </a:r>
            <a:br/>
            <a:r>
              <a:t>│  按 4KB 页对齐，多 DMA 通道   │</a:t>
            </a:r>
            <a:br/>
            <a:r>
              <a:t>└─────────────────────────────┘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AF50"/>
                </a:solidFill>
                <a:latin typeface="Microsoft YaHei"/>
              </a:defRPr>
            </a:pPr>
            <a:r>
              <a:t>QEMU 侧 Bridge API 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bridge_init() / bridge_connect()</a:t>
            </a:r>
            <a:br/>
            <a:r>
              <a:t>bridge_send_tlp() / bridge_wait_completion()</a:t>
            </a:r>
            <a:br/>
            <a:r>
              <a:t>bridge_poll_dma() / bridge_complete_dma()</a:t>
            </a:r>
            <a:br/>
            <a:r>
              <a:t>bridge_inject_msi() / bridge_poll_irq()</a:t>
            </a:r>
            <a:br/>
            <a:r>
              <a:t>bridge_set_mode() / bridge_advance_time()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486400" cy="246888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800"/>
                </a:solidFill>
                <a:latin typeface="Microsoft YaHei"/>
              </a:defRPr>
            </a:pPr>
            <a:r>
              <a:t>VCS 侧 Bridge API (DPI-C)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4805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bridge_vcs_init(shm_name)</a:t>
            </a:r>
            <a:br/>
            <a:r>
              <a:t>bridge_vcs_poll_tlp(type, addr, data, len)</a:t>
            </a:r>
            <a:br/>
            <a:r>
              <a:t>bridge_vcs_send_completion(tag, data, len)</a:t>
            </a:r>
            <a:br/>
            <a:r>
              <a:t>bridge_vcs_trigger_dma(host_addr, data, len)</a:t>
            </a:r>
            <a:br/>
            <a:r>
              <a:t>bridge_vcs_raise_msi(vec)</a:t>
            </a:r>
            <a:br/>
            <a:r>
              <a:t>bridge_vcs_sync_step(clks)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双节点互打架构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BB"/>
                </a:solidFill>
                <a:latin typeface="Microsoft YaHei"/>
              </a:defRPr>
            </a:pPr>
            <a:r>
              <a:t>两组 QEMU+VCS 通过 ETH 共享内存实现端到端数据互通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1247120" cy="292608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6C6DA"/>
                </a:solidFill>
                <a:latin typeface="Consolas"/>
              </a:defRPr>
            </a:pPr>
            <a:r>
              <a:t>                    节点 A                                               节点 B</a:t>
            </a:r>
            <a:br/>
            <a:r>
              <a:t>  ┌───────────────────────────────┐                  ┌───────────────────────────────┐</a:t>
            </a:r>
            <a:br/>
            <a:r>
              <a:t>  │ QEMU-A    ↔  [PCIe SHM-A]  ↔  VCS-A │    ↔    │ VCS-B  ↔  [PCIe SHM-B]  ↔  QEMU-B │</a:t>
            </a:r>
            <a:br/>
            <a:r>
              <a:t>  │ (Host)       (TLP 通信)      (DPU)  │          │ (DPU)     (TLP 通信)      (Host)  │</a:t>
            </a:r>
            <a:br/>
            <a:r>
              <a:t>  └───────────────────────────────┘                  └───────────────────────────────┘</a:t>
            </a:r>
            <a:br/>
            <a:r>
              <a:t>                                      │              │</a:t>
            </a:r>
            <a:br/>
            <a:r>
              <a:t>                                ┌─────┴──────────────┴─────┐</a:t>
            </a:r>
            <a:br/>
            <a:r>
              <a:t>                                │      ETH SHM (新增)       │</a:t>
            </a:r>
            <a:br/>
            <a:r>
              <a:t>                                │  A→B 帧队列 / B→A 帧队列  │</a:t>
            </a:r>
            <a:br/>
            <a:r>
              <a:t>                                │  链路速率 / 延迟 / 丢包    │</a:t>
            </a:r>
            <a:br/>
            <a:r>
              <a:t>                                └──────────────────────────┘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3474720" cy="16459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Microsoft YaHei"/>
              </a:defRPr>
            </a:pPr>
            <a:r>
              <a:t>PCIe SHM-A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QEMU-A ↔ VCS-A</a:t>
            </a:r>
            <a:br/>
            <a:r>
              <a:t>PCIe TLP 事务通信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846320"/>
            <a:ext cx="3474720" cy="16459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Microsoft YaHei"/>
              </a:defRPr>
            </a:pPr>
            <a:r>
              <a:t>ETH SHM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5394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VCS-A ↔ VCS-B</a:t>
            </a:r>
            <a:br/>
            <a:r>
              <a:t>以太网帧传输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4846320"/>
            <a:ext cx="3474720" cy="16459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49377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Microsoft YaHei"/>
              </a:defRPr>
            </a:pPr>
            <a:r>
              <a:t>PCIe SHM-B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39496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Microsoft YaHei"/>
              </a:defRPr>
            </a:pPr>
            <a:r>
              <a:t>QEMU-B ↔ VCS-B</a:t>
            </a:r>
            <a:br/>
            <a:r>
              <a:t>PCIe TLP 事务通信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QEMU 自定义 PCIe 设备集成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Microsoft YaHei"/>
              </a:defRPr>
            </a:pPr>
            <a:r>
              <a:t>In-tree 编译集成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onsolas"/>
              </a:defRPr>
            </a:pPr>
            <a:r>
              <a:t>qemu-source/</a:t>
            </a:r>
            <a:br/>
            <a:r>
              <a:t>├── hw/net/cosim_pcie_rc.c       ← 设备实现</a:t>
            </a:r>
            <a:br/>
            <a:r>
              <a:t>├── include/hw/net/cosim_pcie_rc.h</a:t>
            </a:r>
            <a:br/>
            <a:r>
              <a:t>└── hw/net/meson.build            ← 添加编译目标</a:t>
            </a:r>
            <a:br/>
            <a:br/>
            <a:r>
              <a:t>启动: -device cosim-pcie-rc,shm_name=...,sock_path=...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486400" cy="22860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Microsoft YaHei"/>
              </a:defRPr>
            </a:pPr>
            <a:r>
              <a:t>设备模型核心逻辑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01168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MMIO 读：拦截 → MRd TLP → Bridge → 等待 → 返回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MMIO 写：拦截 → MWr TLP → Bridge → 发送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初始化：注册 BAR + PCI ID + Bridge 连接</a:t>
            </a:r>
          </a:p>
          <a:p>
            <a:pPr>
              <a:spcAft>
                <a:spcPts val="60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• MSI 中断：轮询检测 → msi_notify() 注入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11247120" cy="25603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Microsoft YaHei"/>
              </a:defRPr>
            </a:pPr>
            <a:r>
              <a:t>一键搭建脚本 setup_cosim_qemu.sh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① 安装依赖 (build-essential, ninja, meson, libglib2.0-dev ...)</a:t>
            </a:r>
            <a:br/>
            <a:r>
              <a:t>② 下载 QEMU 源码 (git clone --branch v9.2.0 --depth 1)</a:t>
            </a:r>
            <a:br/>
            <a:r>
              <a:t>③ 注入自定义设备代码 (cp + patch meson.build)</a:t>
            </a:r>
            <a:br/>
            <a:r>
              <a:t>④ 编译 Bridge 库 (cmake → libcosim_bridge.so)</a:t>
            </a:r>
            <a:br/>
            <a:r>
              <a:t>⑤ 编译 QEMU (./configure --extra-cflags/ldflags → ninja)</a:t>
            </a:r>
            <a:br/>
            <a:r>
              <a:t>⑥ 准备 Guest 镜像 (预装 DPU 网卡驱动)</a:t>
            </a:r>
            <a:br/>
            <a:r>
              <a:t>⑦ 生成启动脚本 run_cosim.sh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调试与工具链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303520" cy="25603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9AF5"/>
                </a:solidFill>
                <a:latin typeface="Microsoft YaHei"/>
              </a:defRPr>
            </a:pPr>
            <a:r>
              <a:t>验证工程师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VCS 原生波形 (VPD/FSDB)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事务级追踪日志 (CSV/JSON)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SVA 断言 + 覆盖率收集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Bridge 事务也记录到波形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303520" cy="256032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CAF50"/>
                </a:solidFill>
                <a:latin typeface="Microsoft YaHei"/>
              </a:defRPr>
            </a:pPr>
            <a:r>
              <a:t>驱动开发者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92024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GDB 调试 Guest 内核/驱动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QEMU Monitor 查看 PCIe/BAR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Guest dmesg 实时输出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• Bridge 通信延迟统计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14800"/>
            <a:ext cx="11247120" cy="237744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C27B0"/>
                </a:solidFill>
                <a:latin typeface="Microsoft YaHei"/>
              </a:defRPr>
            </a:pPr>
            <a:r>
              <a:t>统一调试控制台 cosim_cli.py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$ cosim start --qemu-image linux.qcow2 --vcs-top dpu_top      # 启动仿真</a:t>
            </a:r>
            <a:br/>
            <a:r>
              <a:t>$ cosim mode precise --trigger "addr==0xFE00_0000"            # 条件触发切精确模式</a:t>
            </a:r>
            <a:br/>
            <a:r>
              <a:t>$ cosim trace dump --format csv --filter "type==MRd"          # 事务追踪</a:t>
            </a:r>
            <a:br/>
            <a:r>
              <a:t>$ cosim stats --last 1000                                     # 延迟分布统计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项目结构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5303520"/>
          </a:xfrm>
          <a:prstGeom prst="roundRect">
            <a:avLst/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onsolas"/>
              </a:defRPr>
            </a:pPr>
            <a:r>
              <a:t>cosim-platform/</a:t>
            </a:r>
            <a:br/>
            <a:r>
              <a:t>├── bridge/                          # 通信层核心库</a:t>
            </a:r>
            <a:br/>
            <a:r>
              <a:t>│   ├── common/                      #   SHM 布局、环形缓冲、协议定义</a:t>
            </a:r>
            <a:br/>
            <a:r>
              <a:t>│   ├── qemu/                        #   QEMU 侧 Bridge Adapter (C)</a:t>
            </a:r>
            <a:br/>
            <a:r>
              <a:t>│   ├── vcs/                         #   VCS 侧 Bridge Adapter (DPI-C)</a:t>
            </a:r>
            <a:br/>
            <a:r>
              <a:t>│   └── eth/                         #   ETH 共享内存（双节点互打）</a:t>
            </a:r>
            <a:br/>
            <a:r>
              <a:t>│</a:t>
            </a:r>
            <a:br/>
            <a:r>
              <a:t>├── qemu-plugin/                     # QEMU 自定义 PCIe RC 设备模型</a:t>
            </a:r>
            <a:br/>
            <a:r>
              <a:t>│   ├── cosim_pcie_rc.c / .h</a:t>
            </a:r>
            <a:br/>
            <a:r>
              <a:t>│   └── Kconfig</a:t>
            </a:r>
            <a:br/>
            <a:r>
              <a:t>│</a:t>
            </a:r>
            <a:br/>
            <a:r>
              <a:t>├── vcs-tb/                          # VCS Testbench</a:t>
            </a:r>
            <a:br/>
            <a:r>
              <a:t>│   ├── tb_top.sv / pcie_ep_driver.sv / eth_mac_driver.sv</a:t>
            </a:r>
            <a:br/>
            <a:r>
              <a:t>│   └── uvm/                         #   UVM 环境（可选）</a:t>
            </a:r>
            <a:br/>
            <a:r>
              <a:t>│</a:t>
            </a:r>
            <a:br/>
            <a:r>
              <a:t>├── tools/                           # cosim_cli.py / trace_analyzer.py / launch.py</a:t>
            </a:r>
            <a:br/>
            <a:r>
              <a:t>├── tests/                           # 测试用例 (BAR/DMA/MSI/双节点 ping)</a:t>
            </a:r>
            <a:br/>
            <a:r>
              <a:t>├── setup_cosim_qemu.sh              # 一键搭建</a:t>
            </a:r>
            <a:br/>
            <a:r>
              <a:t>├── run_cosim.sh                     # 启动脚本</a:t>
            </a:r>
            <a:br/>
            <a:r>
              <a:t>└── CMakeLists.txt + Makefile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分阶段交付计划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280160"/>
            <a:ext cx="2743200" cy="5029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640080" cy="45720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463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单节点 PCIe</a:t>
            </a:r>
            <a:br/>
            <a:r>
              <a:t>通路打通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bridge/common 实现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QEMU PCIe RC 设备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VCS 最小 testbench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快速模式同步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2377440" cy="1005840"/>
          </a:xfrm>
          <a:prstGeom prst="roundRect">
            <a:avLst/>
          </a:prstGeom>
          <a:solidFill>
            <a:srgbClr val="1E3A1E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CAF50"/>
                </a:solidFill>
                <a:latin typeface="Microsoft YaHei"/>
              </a:defRPr>
            </a:pPr>
            <a:r>
              <a:t>验收：BAR 读写通过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80160"/>
            <a:ext cx="2743200" cy="5029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29000" y="1463040"/>
            <a:ext cx="640080" cy="4572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1463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Microsoft YaHei"/>
              </a:defRPr>
            </a:pPr>
            <a:r>
              <a:t>DMA + 中断</a:t>
            </a:r>
            <a:br/>
            <a:r>
              <a:t>+ 精确模式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774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DMA 数据通路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MSI/MSI-X 中断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周期级锁步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模式切换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5029200"/>
            <a:ext cx="2377440" cy="1005840"/>
          </a:xfrm>
          <a:prstGeom prst="roundRect">
            <a:avLst/>
          </a:prstGeom>
          <a:solidFill>
            <a:srgbClr val="1E3A1E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4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9AF5"/>
                </a:solidFill>
                <a:latin typeface="Microsoft YaHei"/>
              </a:defRPr>
            </a:pPr>
            <a:r>
              <a:t>验收：DMA+中断通过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80160"/>
            <a:ext cx="2743200" cy="5029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463040"/>
            <a:ext cx="640080" cy="45720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463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双节点</a:t>
            </a:r>
            <a:br/>
            <a:r>
              <a:t>ETH 互打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3774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ETH SHM 帧队列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ETH MAC 驱动集成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双 VCS 时间同步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双节点启动编排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5029200"/>
            <a:ext cx="2377440" cy="1005840"/>
          </a:xfrm>
          <a:prstGeom prst="roundRect">
            <a:avLst/>
          </a:prstGeom>
          <a:solidFill>
            <a:srgbClr val="1E3A1E"/>
          </a:solidFill>
          <a:ln w="1905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9800"/>
                </a:solidFill>
                <a:latin typeface="Microsoft YaHei"/>
              </a:defRPr>
            </a:pPr>
            <a:r>
              <a:t>验收：ping 端到端通过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9720" y="1280160"/>
            <a:ext cx="2743200" cy="5029200"/>
          </a:xfrm>
          <a:prstGeom prst="roundRect">
            <a:avLst/>
          </a:prstGeom>
          <a:solidFill>
            <a:srgbClr val="25253D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72600" y="1463040"/>
            <a:ext cx="640080" cy="45720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146304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P4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04120" y="14630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C27B0"/>
                </a:solidFill>
                <a:latin typeface="Microsoft YaHei"/>
              </a:defRPr>
            </a:pPr>
            <a:r>
              <a:t>调试工具</a:t>
            </a:r>
            <a:br/>
            <a:r>
              <a:t>与生产化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2377440"/>
            <a:ext cx="2286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cosim_cli 控制台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trace_analyzer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CI 回归流水线</a:t>
            </a:r>
          </a:p>
          <a:p>
            <a:pPr>
              <a:spcAft>
                <a:spcPts val="600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• 链路模型增强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2600" y="5029200"/>
            <a:ext cx="2377440" cy="1005840"/>
          </a:xfrm>
          <a:prstGeom prst="roundRect">
            <a:avLst/>
          </a:prstGeom>
          <a:solidFill>
            <a:srgbClr val="1E3A1E"/>
          </a:solidFill>
          <a:ln w="19050"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64040" y="52120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9C27B0"/>
                </a:solidFill>
                <a:latin typeface="Microsoft YaHei"/>
              </a:defRPr>
            </a:pPr>
            <a:r>
              <a:t>验收：团队可独立使用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2286000"/>
            <a:ext cx="137160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2331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共享内存 + Socket 同步（门槛低、可演进）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108960"/>
            <a:ext cx="1371600" cy="54864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1546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1546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QEMU(Host) ↔ SHM+Socket ↔ VCS(DPU RTL)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931920"/>
            <a:ext cx="1371600" cy="54864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3977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模式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977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事务级快速 + 周期精确，可运行时切换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754880"/>
            <a:ext cx="1371600" cy="54864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800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扩展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00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双节点 ETH SHM 互打，端到端验证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577840"/>
            <a:ext cx="1371600" cy="548640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5623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6235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一键搭建 + 统一调试控制台 + 事务追踪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
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imHei"/>
              </a:defRPr>
            </a:pPr>
            <a:r>
              <a:t>CoSim Platform 问题排查与修复报告</a:t>
            </a:r>
          </a:p>
          <a:p>
            <a:pPr algn="ctr">
              <a:spcBef>
                <a:spcPts val="2000"/>
              </a:spcBef>
              <a:defRPr sz="1800">
                <a:solidFill>
                  <a:srgbClr val="A0C0E0"/>
                </a:solidFill>
                <a:latin typeface="SimHei"/>
              </a:defRPr>
            </a:pPr>
            <a:r>
              <a:t>Setup 流程集成 · VIP MSI 修复 · TCP 消息交错分析</a:t>
            </a:r>
            <a:br/>
            <a:r>
              <a:t>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>
              <a:defRPr sz="2400" b="1">
                <a:solidFill>
                  <a:srgbClr val="002B5C"/>
                </a:solidFill>
                <a:latin typeface="SimHei"/>
              </a:defRPr>
            </a:pPr>
            <a:r>
              <a:t>问题总览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严重性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cosim.sh 不支持 TCP transport 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cosim.sh 不支持磁盘镜像启动 (--drive)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setup.sh NEED_TAP_BRIDGE 归属错误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setup.sh VCS 编译为 legacy 而非 VIP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setup.sh VCS 源文件列表缺失 transport_tcp.c 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严重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cosim_vip_top.sv VIP 模式缺少 MSI 中断注入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glue_if_to_stub.sv stub_isr_set 多驱动冲突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TCP transport DMA read 消费 TLP_READY 导致协议错位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NOTIFY 在 always_ff 中调阻塞 DPI-C 冻结仿真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严重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_nb 函数消费不匹配消息导致 aux channel 协议错位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dma_write_bytes 先发 DMA_DATA 堵住 aux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严重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 已修复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问题 1-2: cosim.sh 不支持 TCP / 磁盘镜像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现象: setup.sh 提示的跨机命令无法执行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./cosim.sh start qemu --transport tcp --port-base 9100 → 报错「未知选项」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根因: cmd_start_qemu 只有 --shm/--sock/--initrd 三个参数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-device 参数硬编码为 SHM 模式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修复: 新增 --transport, --port-base, --instance-id, --drive, --append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TCP: -device cosim-pcie-rc,transport=tcp,port_base=N,instance_id=N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Drive: -drive file=X,format=raw/qcow2,if=virtio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VCS 侧同步修复: cmd_start_vcs 新增 --transport tcp --remote-host IP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TCP 必须指定 --remote-host, 缺失时报错提示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问题 3: NEED_TAP_BRIDGE 归属错误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现象: vcs-only 模式不编译 eth_tap_bridge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跨机拓扑: eth_tap_bridge 运行在 VCS 机器 (61) 上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VCS 机器: simv_vip → ETH SHM → eth_tap_bridge → TAP cosim0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QEMU 机器: 只有 QEMU + Guest, 不需要 TAP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原代码:   qemu-only: NEED_TAP_BRIDGE=true ← 错误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        vcs-only:  NEED_TAP_BRIDGE=false ← 错误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修复: 翻转归属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qemu-only: NEED_TAP_BRIDGE=false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vcs-only:  NEED_TAP_BRIDGE=true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问题 4-5: setup.sh VCS 编译模式错误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现象: setup.sh 编译产出 legacy simv, 跨机联调需要 VIP simv_vip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缺失项: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+define+COSIM_VIP_MODE — VIP 宏开关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-ntb_opts uvm-1.2 — UVM 框架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pcie_tl_if.sv / pcie_tl_pkg.sv — VIP 源文件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transport_tcp.c / transport_shm.c / trace_log.c — C 源文件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sock_sync.c 错误引用（应为 sock_sync_vcs.c）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修复: setup.sh 直接调用 make vcs-vip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产出路径统一: build/simv_vip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cosim.sh resolve_simv 优先搜 build/simv_vip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问题 6-7: VIP 模式 MSI 中断未注入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现象: Guest virtio0 中断 = 0, TX packets = 0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virtio_net driver 未完成初始化, TX queue 未激活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根因: cosim_vip_top.sv RX poll 成功后缺少 MSI 触发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tb_top.sv (legacy): isr_set → bridge_vcs_raise_msi(0)  ✅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cosim_vip_top.sv (VIP): 无 MSI 代码  ❌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virtqueue_dma.c 注释: "tb_top.sv handles it" — 但 VIP 不走 tb_top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修复: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cosim_vip_top.sv: RX inject 后 stub_isr_set 脉冲 + raise_msi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glue_if_to_stub.sv: stub_isr_set 从 output 改为 input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时序关键: 先设 ISR bit → 再发 MSI（Guest 读 ISR 必须非零）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问题 8: TCP DMA Read TLP 缓存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现象: DMA read 期间 QEMU 发的 TLP_READY 被 recv_sync 消费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pending 计数与 data channel 消息错位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修复: TLP ring buffer 缓存（1024 entry）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DMA read 遇到 TLP_READY 时立即 recv_tlp 并 push 到缓存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poll_tlp 优先从缓存 pop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自适应超时 1ms→5ms→50ms 适配跨机 TCP 延迟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问题 9: NOTIFY always_ff 冻结仿真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现象: handle_vio_notify 在 always_ff 中调阻塞 DPI-C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bridge_dma_read_bytes recv_sync 阻塞 → 整个仿真冻结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TLP 缓存溢出 (cache full)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修复: NOTIFY 处理从 always_ff 移到 initial 块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always_ff 只做边沿检测并触发 SV event（非阻塞）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initial 块等待 event 后调 handle_vio_notify（可安全阻塞）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问题 10: _nb 函数 aux channel 协议错位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现象: recv_dma_req_nb 读 header 发现非 DMA_REQ 返回 -1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但 header 已消费, payload 留在 buffer → 协议错位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irq_poller 永远读不到有效消息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修复: _nb 函数改用 MSG_PEEK 预读 header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类型不匹配时返回 1（无数据）不消费 buffer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匹配时正式 recv 消费 header + payload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问题 11: DMA write 顺序导致 aux channel 僵死 [关键突破]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现象: dma_write_bytes 先发 DMA_DATA 再发 DMA_REQ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irq_poller MSG_PEEK 看到 DMA_DATA（非 DMA_REQ）→ 不匹配 → 返回 1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DMA_REQ 在 DMA_DATA 后面永远读不到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→ aux channel 僵死 → ctrl recv_sync 断开 → 所有后续 DMA 失败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修复: 调换顺序 — 先 send_dma_req 再 send_dma_data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irq_poller PEEK 到 DMA_REQ → 匹配 → cosim_dma_cb → recv_dma_data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效果: DMA read/write 全部正常, MSI 中断注入成功, 数据面打通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TCP Transport Channel 架构分析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当前 v2 三连接架构: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ctrl (port_base+0): sync_msg — TLP_READY, CPL_READY, DMA_CPL, SHUTDOWN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data (port_base+1): TLP, CPL 数据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aux  (port_base+2): DMA_REQ, DMA_CPL, MSI, ETH, DMA_DATA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问题: ctrl channel 是共享的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TLP_READY 和 DMA_CPL 都走 ctrl channel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DMA read 循环 recv_sync 消费本属于 poll 的 TLP_READY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消费后只计数 (pending_tlp++), 不读 data channel 上的 TLP 数据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后续 recv_tlp 与 data channel 上的消息错位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解决方案 (选项):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A: DMA read 消费 TLP_READY 时同步 recv_tlp 缓存完整 TLP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B: 将 TLP_READY 和 DMA_CPL 拆分到不同 channel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C: 消息自描述 — data channel 每条消息带 type header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>
              <a:defRPr sz="2400" b="1">
                <a:solidFill>
                  <a:srgbClr val="002B5C"/>
                </a:solidFill>
                <a:latin typeface="SimHei"/>
              </a:defRPr>
            </a:pPr>
            <a:r>
              <a:t>跨机测试验证结果 (53 ↔ 61)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测试项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im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3D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QEMU TCP listen (53)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端口 9100 v2 三连接握手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VCS TCP connect (61)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ctrl+data+aux 正确配对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ETH SHM + TAP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/cosim_eth0 + cosim0 10.0.0.1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Guest boot + eth0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buildroot + virtio_net 10.0.0.2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PCIe TLP 交换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33000+ TLP 持续流动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Completion 回传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30700+ CPL via handle_completion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DMA read (TCP)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48 次成功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DMA write (TCP)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51 次成功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MSI 中断注入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12 次 pci_set_irq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VQ-TX → ETH SHM → TAP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4 包转发成功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TAP → ETH SHM → VQ-RX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11 包注入成功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Virtio 数据面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双向数据面完全打通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修复提交记录 (共 8 个 commit)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1. feat(setup): cosim.sh TCP/drive 参数 + setup.sh TAP/VCS 修正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2. fix(vcs): make vcs-vip + MSI 注入 + resolve_simv 路径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3. fix(glue): stub_isr_set output→input 消除多驱动冲突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4. fix(vip): handle_completion 覆盖回传 QEMU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5. fix(tcp): TLP ring buffer 缓存 + 自适应 poll 超时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6. fix(vip): NOTIFY always_ff→initial event 解除仿真冻结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7. fix(tcp): _nb 函数 MSG_PEEK 避免 aux 协议错位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8. fix(tcp): dma_write_bytes 先 DMA_REQ 再 DMA_DATA [关键突破]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</p:spPr>
        <p:txBody>
          <a:bodyPr wrap="none" lIns="457200" anchor="ctr">
            <a:spAutoFit/>
          </a:bodyPr>
          <a:lstStyle/>
          <a:p>
            <a:pPr algn="l">
              <a:defRPr sz="2400" b="1">
                <a:solidFill>
                  <a:srgbClr val="002B5C"/>
                </a:solidFill>
                <a:latin typeface="SimHei"/>
              </a:defRPr>
            </a:pPr>
            <a:r>
              <a:t>结论: Virtio 数据面完全打通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跨机 TCP 模式 (53 QEMU ↔ 61 VCS) 端到端数据面已打通: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Guest TX: virtio_net → NOTIFY → VQ-TX → DMA read → ETH SHM → TAP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Guest RX: TAP → ETH SHM → VQ-RX → DMA write → MSI → virtio_net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验证数据 (持续运行中):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TLP: 33000+  |  Completion: 30700+  |  NOTIFY: 10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DMA read: 48  |  DMA write: 51  |  MSI: 12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TX Forwarded: 4  |  RX Injected: 11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瓶颈: VCS RTL 仿真速度 (~5000 TLP/min)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200 个 ping 需要数小时完成</a:t>
            </a:r>
          </a:p>
          <a:p>
            <a:pPr>
              <a:spcBef>
                <a:spcPts val="600"/>
              </a:spcBef>
              <a:defRPr sz="1500">
                <a:solidFill>
                  <a:srgbClr val="333333"/>
                </a:solidFill>
                <a:latin typeface="SimHei"/>
              </a:defRPr>
            </a:pPr>
            <a:r>
              <a:t>  非代码问题，可通过 VCS 编译优化或换仿真器改善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
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SimHei"/>
              </a:defRPr>
            </a:pPr>
            <a:r>
              <a:t>CoSim Platform 问题排查与修复报告</a:t>
            </a:r>
          </a:p>
          <a:p>
            <a:pPr algn="ctr">
              <a:spcBef>
                <a:spcPts val="2000"/>
              </a:spcBef>
              <a:defRPr sz="1800">
                <a:solidFill>
                  <a:srgbClr val="A0C0E0"/>
                </a:solidFill>
                <a:latin typeface="SimHei"/>
              </a:defRPr>
            </a:pPr>
            <a:r>
              <a:t>Setup 流程集成 · VIP MSI 修复 · TCP 消息交错分析</a:t>
            </a:r>
            <a:br/>
            <a:r>
              <a:t>2026-04-23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822960"/>
          </a:xfrm>
          <a:prstGeom prst="rect">
            <a:avLst/>
          </a:prstGeom>
          <a:noFill/>
        </p:spPr>
        <p:txBody>
          <a:bodyPr wrap="none" lIns="457200" anchor="ctr">
            <a:spAutoFit/>
          </a:bodyPr>
          <a:lstStyle/>
          <a:p>
            <a:pPr>
              <a:defRPr sz="2400" b="1">
                <a:solidFill>
                  <a:srgbClr val="002B5C"/>
                </a:solidFill>
                <a:latin typeface="SimHei"/>
              </a:defRPr>
            </a:pPr>
            <a:r>
              <a:t>问题总览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8412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imHe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003D7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imHei"/>
                        </a:defRPr>
                      </a:pPr>
                      <a:r>
                        <a:t>问题</a:t>
                      </a:r>
                    </a:p>
                  </a:txBody>
                  <a:tcPr>
                    <a:solidFill>
                      <a:srgbClr val="003D7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imHei"/>
                        </a:defRPr>
                      </a:pPr>
                      <a:r>
                        <a:t>严重性</a:t>
                      </a:r>
                    </a:p>
                  </a:txBody>
                  <a:tcPr>
                    <a:solidFill>
                      <a:srgbClr val="003D7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imHei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003D7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cosim.sh 不支持 TCP transport 参数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✅ 已修复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cosim.sh 不支持磁盘镜像启动 (--drive)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✅ 已修复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setup.sh NEED_TAP_BRIDGE 归属错误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✅ 已修复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setup.sh VCS 编译为 legacy 而非 VIP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严重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✅ 已修复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setup.sh VCS 源文件列表缺失 transport_tcp.c 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严重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✅ 已修复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cosim_vip_top.sv VIP 模式缺少 MSI 中断注入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严重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✅ 已修复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glue_if_to_stub.sv stub_isr_set 多驱动冲突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✅ 已修复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TCP transport DMA read 消费 TLP_READY 导致协议错位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严重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🔍 分析中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822960"/>
          </a:xfrm>
          <a:prstGeom prst="rect">
            <a:avLst/>
          </a:prstGeom>
          <a:noFill/>
        </p:spPr>
        <p:txBody>
          <a:bodyPr wrap="none" lIns="457200" anchor="ctr">
            <a:spAutoFit/>
          </a:bodyPr>
          <a:lstStyle/>
          <a:p>
            <a:pPr algn="l">
              <a:defRPr sz="2400" b="1">
                <a:solidFill>
                  <a:srgbClr val="002B5C"/>
                </a:solidFill>
                <a:latin typeface="SimHei"/>
              </a:defRPr>
            </a:pPr>
            <a:r>
              <a:t>问题 1-2: cosim.sh 不支持 TCP / 磁盘镜像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现象: setup.sh 提示的跨机命令无法执行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./cosim.sh start qemu --transport tcp --port-base 9100 → 报错「未知选项」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根因: cmd_start_qemu 只有 --shm/--sock/--initrd 三个参数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-device 参数硬编码为 SHM 模式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修复: 新增 --transport, --port-base, --instance-id, --drive, --append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TCP: -device cosim-pcie-rc,transport=tcp,port_base=N,instance_id=N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Drive: -drive file=X,format=raw/qcow2,if=virtio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VCS 侧同步修复: cmd_start_vcs 新增 --transport tcp --remote-host IP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TCP 必须指定 --remote-host, 缺失时报错提示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822960"/>
          </a:xfrm>
          <a:prstGeom prst="rect">
            <a:avLst/>
          </a:prstGeom>
          <a:noFill/>
        </p:spPr>
        <p:txBody>
          <a:bodyPr wrap="none" lIns="457200" anchor="ctr">
            <a:spAutoFit/>
          </a:bodyPr>
          <a:lstStyle/>
          <a:p>
            <a:pPr algn="l">
              <a:defRPr sz="2400" b="1">
                <a:solidFill>
                  <a:srgbClr val="002B5C"/>
                </a:solidFill>
                <a:latin typeface="SimHei"/>
              </a:defRPr>
            </a:pPr>
            <a:r>
              <a:t>问题 3: NEED_TAP_BRIDGE 归属错误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现象: vcs-only 模式不编译 eth_tap_bridge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跨机拓扑: eth_tap_bridge 运行在 VCS 机器 (61) 上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VCS 机器: simv_vip → ETH SHM → eth_tap_bridge → TAP cosim0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QEMU 机器: 只有 QEMU + Guest, 不需要 TAP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原代码:   qemu-only: NEED_TAP_BRIDGE=true ← 错误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        vcs-only:  NEED_TAP_BRIDGE=false ← 错误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修复: 翻转归属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qemu-only: NEED_TAP_BRIDGE=false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vcs-only:  NEED_TAP_BRIDGE=true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822960"/>
          </a:xfrm>
          <a:prstGeom prst="rect">
            <a:avLst/>
          </a:prstGeom>
          <a:noFill/>
        </p:spPr>
        <p:txBody>
          <a:bodyPr wrap="none" lIns="457200" anchor="ctr">
            <a:spAutoFit/>
          </a:bodyPr>
          <a:lstStyle/>
          <a:p>
            <a:pPr algn="l">
              <a:defRPr sz="2400" b="1">
                <a:solidFill>
                  <a:srgbClr val="002B5C"/>
                </a:solidFill>
                <a:latin typeface="SimHei"/>
              </a:defRPr>
            </a:pPr>
            <a:r>
              <a:t>问题 4-5: setup.sh VCS 编译模式错误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现象: setup.sh 编译产出 legacy simv, 跨机联调需要 VIP simv_vip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缺失项: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+define+COSIM_VIP_MODE — VIP 宏开关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-ntb_opts uvm-1.2 — UVM 框架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pcie_tl_if.sv / pcie_tl_pkg.sv — VIP 源文件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transport_tcp.c / transport_shm.c / trace_log.c — C 源文件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sock_sync.c 错误引用（应为 sock_sync_vcs.c）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修复: setup.sh 直接调用 make vcs-vip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产出路径统一: build/simv_vip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cosim.sh resolve_simv 优先搜 build/simv_vip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822960"/>
          </a:xfrm>
          <a:prstGeom prst="rect">
            <a:avLst/>
          </a:prstGeom>
          <a:noFill/>
        </p:spPr>
        <p:txBody>
          <a:bodyPr wrap="none" lIns="457200" anchor="ctr">
            <a:spAutoFit/>
          </a:bodyPr>
          <a:lstStyle/>
          <a:p>
            <a:pPr algn="l">
              <a:defRPr sz="2400" b="1">
                <a:solidFill>
                  <a:srgbClr val="002B5C"/>
                </a:solidFill>
                <a:latin typeface="SimHei"/>
              </a:defRPr>
            </a:pPr>
            <a:r>
              <a:t>问题 6-7: VIP 模式 MSI 中断未注入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现象: Guest virtio0 中断 = 0, TX packets = 0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virtio_net driver 未完成初始化, TX queue 未激活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根因: cosim_vip_top.sv RX poll 成功后缺少 MSI 触发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tb_top.sv (legacy): isr_set → bridge_vcs_raise_msi(0)  ✅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cosim_vip_top.sv (VIP): 无 MSI 代码  ❌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virtqueue_dma.c 注释: "tb_top.sv handles it" — 但 VIP 不走 tb_top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修复: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cosim_vip_top.sv: RX inject 后 stub_isr_set 脉冲 + raise_msi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glue_if_to_stub.sv: stub_isr_set 从 output 改为 input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时序关键: 先设 ISR bit → 再发 MSI（Guest 读 ISR 必须非零）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822960"/>
          </a:xfrm>
          <a:prstGeom prst="rect">
            <a:avLst/>
          </a:prstGeom>
          <a:noFill/>
        </p:spPr>
        <p:txBody>
          <a:bodyPr wrap="none" lIns="457200" anchor="ctr">
            <a:spAutoFit/>
          </a:bodyPr>
          <a:lstStyle/>
          <a:p>
            <a:pPr algn="l">
              <a:defRPr sz="2400" b="1">
                <a:solidFill>
                  <a:srgbClr val="002B5C"/>
                </a:solidFill>
                <a:latin typeface="SimHei"/>
              </a:defRPr>
            </a:pPr>
            <a:r>
              <a:t>问题 8: TCP Transport DMA Read 消息交错 [分析中]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现象: QEMU 发 278 个 TLP, VCS 只处理 208 个, 之后停滞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QEMU 阻塞在 MRd(addr=0x1014 device_status) 等 completion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VCS poll 正常运行但 recv_sync_timed 返回无数据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分析: bridge_dma_read_bytes 中的 recv_sync 循环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遇到 SYNC_MSG_TLP_READY 时: g_pending_tlp_ready++ 并 continue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但 TLP 数据仍在 data channel buffer 中未被读取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DMA 完成后 poll_tlp 调 recv_tlp — 读到错位的消息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死锁场景: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QEMU: send MRd → wait recv_sync(CPL_READY) ← 阻塞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VCS: DMA read 循环消费了 MRd 的 TLP_READY, 但未读 TLP 数据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VCS poll: pending_tlp 归零后 recv_tlp 与 data channel 错位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822960"/>
          </a:xfrm>
          <a:prstGeom prst="rect">
            <a:avLst/>
          </a:prstGeom>
          <a:noFill/>
        </p:spPr>
        <p:txBody>
          <a:bodyPr wrap="none" lIns="457200" anchor="ctr">
            <a:spAutoFit/>
          </a:bodyPr>
          <a:lstStyle/>
          <a:p>
            <a:pPr algn="l">
              <a:defRPr sz="2400" b="1">
                <a:solidFill>
                  <a:srgbClr val="002B5C"/>
                </a:solidFill>
                <a:latin typeface="SimHei"/>
              </a:defRPr>
            </a:pPr>
            <a:r>
              <a:t>TCP Transport Channel 架构分析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当前 v2 三连接架构: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ctrl (port_base+0): sync_msg — TLP_READY, CPL_READY, DMA_CPL, SHUTDOWN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data (port_base+1): TLP, CPL 数据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aux  (port_base+2): DMA_REQ, DMA_CPL, MSI, ETH, DMA_DATA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问题: ctrl channel 是共享的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TLP_READY 和 DMA_CPL 都走 ctrl channel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DMA read 循环 recv_sync 消费本属于 poll 的 TLP_READY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消费后只计数 (pending_tlp++), 不读 data channel 上的 TLP 数据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后续 recv_tlp 与 data channel 上的消息错位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解决方案 (选项):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A: DMA read 消费 TLP_READY 时同步 recv_tlp 缓存完整 TLP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B: 将 TLP_READY 和 DMA_CPL 拆分到不同 channel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C: 消息自描述 — data channel 每条消息带 type header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822960"/>
          </a:xfrm>
          <a:prstGeom prst="rect">
            <a:avLst/>
          </a:prstGeom>
          <a:noFill/>
        </p:spPr>
        <p:txBody>
          <a:bodyPr wrap="none" lIns="457200" anchor="ctr">
            <a:spAutoFit/>
          </a:bodyPr>
          <a:lstStyle/>
          <a:p>
            <a:pPr>
              <a:defRPr sz="2400" b="1">
                <a:solidFill>
                  <a:srgbClr val="002B5C"/>
                </a:solidFill>
                <a:latin typeface="SimHei"/>
              </a:defRPr>
            </a:pPr>
            <a:r>
              <a:t>跨机测试验证结果 (53 ↔ 61)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8412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/>
                <a:gridCol w="2804160"/>
                <a:gridCol w="280416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imHei"/>
                        </a:defRPr>
                      </a:pPr>
                      <a:r>
                        <a:t>测试项</a:t>
                      </a:r>
                    </a:p>
                  </a:txBody>
                  <a:tcPr>
                    <a:solidFill>
                      <a:srgbClr val="003D7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imHei"/>
                        </a:defRPr>
                      </a:pPr>
                      <a:r>
                        <a:t>结果</a:t>
                      </a:r>
                    </a:p>
                  </a:txBody>
                  <a:tcPr>
                    <a:solidFill>
                      <a:srgbClr val="003D7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im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003D7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QEMU TCP listen (53)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✅ 通过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端口 9100 监听成功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VCS TCP connect (61)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✅ 通过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连接 QEMU 成功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ETH SHM 创建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✅ 通过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VCS 创建 /cosim_eth0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TAP bridge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✅ 通过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cosim0 IP 10.0.0.1/24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Guest boot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✅ 通过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buildroot 登录成功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Guest eth0 配置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✅ 通过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10.0.0.2/24, virtio_net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PCIe TLP 交换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✅ 通过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278 个 TLP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DMA (config)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✅ 通过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4 次 DMA read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VQ-TX (MLD)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✅ 通过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1 包 90B → TAP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virtio MSI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❌ 未触发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已修复, 待验证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Guest 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❌ 100% 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  <a:latin typeface="SimHei"/>
                        </a:defRPr>
                      </a:pPr>
                      <a:r>
                        <a:t>TCP 消息交错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822960"/>
          </a:xfrm>
          <a:prstGeom prst="rect">
            <a:avLst/>
          </a:prstGeom>
          <a:noFill/>
        </p:spPr>
        <p:txBody>
          <a:bodyPr wrap="none" lIns="457200" anchor="ctr">
            <a:spAutoFit/>
          </a:bodyPr>
          <a:lstStyle/>
          <a:p>
            <a:pPr algn="l">
              <a:defRPr sz="2400" b="1">
                <a:solidFill>
                  <a:srgbClr val="002B5C"/>
                </a:solidFill>
                <a:latin typeface="SimHei"/>
              </a:defRPr>
            </a:pPr>
            <a:r>
              <a:t>修复提交记录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Commit 1: feat(setup): cosim.sh start qemu/vcs 支持 TCP transport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cmd_start_qemu: --transport, --port-base, --instance-id, --drive, --append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cmd_start_vcs: --transport, --remote-host, --port-base, --instance-id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setup.sh: TAP_BRIDGE 归属翻转, VCS 源文件修正, setcap 提示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Commit 2: fix(vcs): setup.sh 改用 make vcs-vip + VIP 模式补 MSI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setup.sh VCS 编译从内联 vcs 改为 make vcs-vip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cosim_vip_top.sv RX inject 后补 ISR + raise_msi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resolve_simv 优先搜 build/simv_vip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Commit 3: fix(glue): stub_isr_set 改为 input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消除 assign 0 与过程化驱动的多驱动冲突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待修复: TCP transport DMA read 消息交错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822960"/>
          </a:xfrm>
          <a:prstGeom prst="rect">
            <a:avLst/>
          </a:prstGeom>
          <a:noFill/>
        </p:spPr>
        <p:txBody>
          <a:bodyPr wrap="none" lIns="457200" anchor="ctr">
            <a:spAutoFit/>
          </a:bodyPr>
          <a:lstStyle/>
          <a:p>
            <a:pPr algn="l">
              <a:defRPr sz="2400" b="1">
                <a:solidFill>
                  <a:srgbClr val="002B5C"/>
                </a:solidFill>
                <a:latin typeface="SimHei"/>
              </a:defRPr>
            </a:pPr>
            <a:r>
              <a:t>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1. 修复 TCP transport 消息交错问题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bridge_dma_read_bytes 消费 TLP_READY 时同步缓存 TLP 数据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避免 pending_tlp 计数与 data channel 消息错位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2. 重新编译 VCS simv_vip（含 MSI + glue 修复）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3. 跨机端到端验证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目标: Guest ping 10.0.0.1 成功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目标: iperf 吞吐测试通过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4. 更新文档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补充 kernel/rootfs 外部依赖说明</a:t>
            </a:r>
          </a:p>
          <a:p>
            <a:pPr>
              <a:spcBef>
                <a:spcPts val="600"/>
              </a:spcBef>
              <a:defRPr sz="1500">
                <a:solidFill>
                  <a:srgbClr val="333333"/>
                </a:solidFill>
                <a:latin typeface="SimHei"/>
              </a:defRPr>
            </a:pPr>
            <a:r>
              <a:t>  补充 EDA 环境前置要求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
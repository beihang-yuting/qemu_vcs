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imHei"/>
              </a:defRPr>
            </a:pPr>
            <a:r>
              <a:t>CoSim 平台</a:t>
            </a:r>
          </a:p>
          <a:p>
            <a:pPr algn="ctr">
              <a:defRPr sz="3600">
                <a:solidFill>
                  <a:srgbClr val="D6E8F7"/>
                </a:solidFill>
                <a:latin typeface="SimHei"/>
              </a:defRPr>
            </a:pPr>
            <a:r>
              <a:t>QEMU-VCS PCIe 协同仿真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484632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SimHei"/>
              </a:defRPr>
            </a:pPr>
            <a:r>
              <a:t>PCIe Root Complex / Endpoint 协同仿真平台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SimHei"/>
              </a:defRPr>
            </a:pPr>
            <a:r>
              <a:t>日期: 2026-04-18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系统架构总览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200400" cy="2286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QEMU</a:t>
            </a:r>
            <a:br/>
            <a:r>
              <a:t>(Guest OS)</a:t>
            </a:r>
            <a:br/>
            <a:br/>
            <a:r>
              <a:t>cosim-pcie-rc 设备</a:t>
            </a:r>
            <a:br/>
            <a:r>
              <a:t>MMIO / Config 回调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1097280" cy="32004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0" y="1645920"/>
            <a:ext cx="2743200" cy="22860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Bridge 层</a:t>
            </a:r>
            <a:br/>
            <a:br/>
            <a:r>
              <a:t>SHM Ring Buffer</a:t>
            </a:r>
            <a:br/>
            <a:r>
              <a:t>Unix Socket 控制</a:t>
            </a:r>
            <a:br/>
            <a:r>
              <a:t>命令通道 + TLP 通道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400" y="2560320"/>
            <a:ext cx="1097280" cy="32004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74320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VCS</a:t>
            </a:r>
            <a:br/>
            <a:r>
              <a:t>(EP Stub)</a:t>
            </a:r>
            <a:br/>
            <a:br/>
            <a:r>
              <a:t>pcie_ep_stub.sv</a:t>
            </a:r>
            <a:br/>
            <a:r>
              <a:t>DPI-C 接口</a:t>
            </a:r>
            <a:br/>
            <a:r>
              <a:t>Virtio 寄存器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三大核心组件: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QEMU cosim-pcie-rc: PCIe Root Complex 模拟设备, 拦截 Guest MMIO/Config 访问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Bridge 层: 共享内存 Ring Buffer + Unix Socket 实现跨进程 TLP 传输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VCS pcie_ep_stub: SystemVerilog Endpoint 模型, 通过 DPI-C 与 Bridge 通信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数据通路: TLP 流向图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02B5C"/>
                </a:solidFill>
                <a:latin typeface="SimHei"/>
              </a:defRPr>
            </a:pPr>
            <a:r>
              <a:t>MMIO 通路 (MRd/MWr):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Guest</a:t>
            </a:r>
            <a:br/>
            <a:r>
              <a:t>MMIO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QEMU</a:t>
            </a:r>
            <a:br/>
            <a:r>
              <a:t>mmio_ops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bridge_</a:t>
            </a:r>
            <a:br/>
            <a:r>
              <a:t>send_tlp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SHM</a:t>
            </a:r>
            <a:br/>
            <a:r>
              <a:t>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VCS DPI</a:t>
            </a:r>
            <a:br/>
            <a:r>
              <a:t>cosim_recv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828800"/>
            <a:ext cx="1645920" cy="82296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EP Stub</a:t>
            </a:r>
            <a:br/>
            <a:r>
              <a:t>寄存器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65960" y="205740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069080" y="205740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172200" y="205740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275320" y="205740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10378440" y="205740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02B5C"/>
                </a:solidFill>
                <a:latin typeface="SimHei"/>
              </a:defRPr>
            </a:pPr>
            <a:r>
              <a:t>DMA 反向通路: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VCS EP</a:t>
            </a:r>
            <a:br/>
            <a:r>
              <a:t>DMA Req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bridge_</a:t>
            </a:r>
            <a:br/>
            <a:r>
              <a:t>send_dma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SHM</a:t>
            </a:r>
            <a:br/>
            <a:r>
              <a:t>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QEMU</a:t>
            </a:r>
            <a:br/>
            <a:r>
              <a:t>DMA 处理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address_</a:t>
            </a:r>
            <a:br/>
            <a:r>
              <a:t>space_write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0" y="3566160"/>
            <a:ext cx="16459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Guest</a:t>
            </a:r>
            <a:br/>
            <a:r>
              <a:t>Memory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965960" y="379476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4069080" y="379476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6172200" y="379476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275320" y="379476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10378440" y="3794760"/>
            <a:ext cx="594360" cy="228600"/>
          </a:xfrm>
          <a:prstGeom prst="right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TLP 格式: 标准 PCIe TLP Header (3DW/4DW) + Data Payload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Ring Buffer: 无锁单生产者/单消费者, head/tail 原子操作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Completion: MRd 请求由 VCS 返回 CplD, 通过相同 Ring Buffer 回传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BAR0 内存映射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地址范围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大小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0x000 - 0x1FF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512B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通用测试寄存器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devmem_test 读写验证区域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0x1000 - 0x1FFF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4KB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common_cfg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PCI 通用配置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0x2000 - 0x2FFF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notify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队列通知寄存器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0x3000 - 0x3FFF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4KB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ISR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中断状态寄存器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0x4000 - 0x4FFF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device_cfg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设备特定配置 (MAC等)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SimHei"/>
              </a:defRPr>
            </a:pPr>
            <a:r>
              <a:t>BAR0 总大小: 32KB (0x8000), 由 BAR0_SIZE_MASK 定义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BAR Sizing 机制: Guest 写 0xFFFFFFFF → 读回 ~(SIZE-1) &amp; 0xFFFFFFF0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所有寄存器访问均为 Little-Endian MMIO 语义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关键文件清单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18872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语言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qemu-plugin/cosim_pcie_rc.c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QEMU PCIe RC 设备模型 (MMIO/Config/DMA)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bridge/cosim_bridge.c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Bridge 核心: Ring Buffer + SHM 管理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bridge/cosim_bridge.h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Bridge 头文件: TLP 结构体定义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vcs-tb/pcie_ep_stub.sv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 Endpoint Stub (寄存器 + Virtio)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vcs-tb/cosim_dpi.c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DPI-C 接口: SV ↔ Bridge 桥接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vcs-tb/cosim_dpi.sv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DPI-C 声明与 import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scripts/run_cosim.sh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协同仿真启动脚本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scripts/devmem_test.sh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Bash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MMIO 读写测试脚本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scripts/virtio_reg_test.sh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Virtio 寄存器验证脚本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828800"/>
            <a:ext cx="1828800" cy="182880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imHei"/>
              </a:defRPr>
            </a:pPr>
            <a:r>
              <a:t>第二部分: 实现阶段</a:t>
            </a:r>
          </a:p>
          <a:p>
            <a:pPr algn="ctr">
              <a:defRPr sz="2000">
                <a:solidFill>
                  <a:srgbClr val="D6E8F7"/>
                </a:solidFill>
                <a:latin typeface="SimHei"/>
              </a:defRPr>
            </a:pPr>
            <a:r>
              <a:t>Phase 0 → Phase 2b 逐步推进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0: 基础 MMIO 通路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MRd / MWr TLP 转发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7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目标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实现 Guest MMIO 读写 → TLP 转发 → VCS EP 寄存器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实现要点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cosim_mmio_write: 构造 MWr TLP, 填充 addr/data/len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cosim_mmio_read: 构造 MRd TLP, 等待 CplD 返回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bridge_send_tlp: 写入 SHM Ring Buffer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VCS cosim_recv_tlp: DPI 读取 TLP, 分派到 EP Stub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测试方法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devmem_test.sh: 使用 devmem2 读写 BAR0 寄存器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验证: 写入值 == 读回值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# devmem_test.sh core logic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BAR0=$(get_bar0_addr)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# Test 1: write 0xDEADBEEF -&gt; read back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devmem2 $BAR0 w 0xDEADBEEF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val=$(devmem2 $BAR0 w)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assert_eq $val 0xDEADBEEF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# Test 2: write 0x12345678 -&gt; read back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devmem2 $((BAR0+4)) w 0x12345678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val=$(devmem2 $((BAR0+4)) w)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assert_eq $val 0x12345678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# Test 3/4: different offsets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0: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devmem_test 4/4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8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操作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期望值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实际值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Test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W/R 0xDEADBEEF @ +0x00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0xDEADBEEF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0xDEADBEEF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Test 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W/R 0x12345678 @ +0x04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0x12345678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0x12345678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Test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W/R 0xAAAA5555 @ +0x08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0xAAAA5555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0xAAAA5555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Test 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W/R 0x00000000 @ +0x0C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0x00000000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0x00000000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4572000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8000"/>
                </a:solidFill>
                <a:latin typeface="SimHei"/>
              </a:defRPr>
            </a:pPr>
            <a:r>
              <a:t>Phase 0 结果: 4/4 ALL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1: Config Space 转发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CfgRd / CfgWr TLP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9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目标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拦截 Guest PCI Config 读写, 转发为 CfgRd/CfgWr TLP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QEMU 侧实现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cosim_config_read: 注册为 pci_device config_read 回调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cosim_config_write: 注册为 config_write 回调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构造 Type 0 CfgRd/CfgWr TLP (Bus/Dev/Fn + Register)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VCS 侧实现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cfg_space[0:255]: 256 字节 PCI 配置空间数组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CfgRd: 从 cfg_space 读取 dword, 返回 CplD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CfgWr: 写入 cfg_space, 发送 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PCI Config Space (Type 0):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+----------------------------------+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00h: Vendor ID  |  Device ID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04h: Command    |  Status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08h: Rev | Class Code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0Ch: Cache| Lat | HdrTyp| BIST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10h: BAR0          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14h: BAR1 (disabled)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...                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34h: Cap Pointer -&gt; 0x40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3Ch: IntLine|IntPin|MinGnt|MaxL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40h: Virtio Common Cap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50h: Virtio Notify Cap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60h: Virtio ISR Cap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| 70h: Virtio Device Cap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+----------------------------------+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1: 遇到的问题与解决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10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1: Header Type 读取返回 0x10 (应为 0x00)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原因: CfgRd 返回整个 dword, 但未考虑 byte offset。offset=0x0E 在 dword 0x0C 内, 需要右移 2 字节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对齐到 dword 边界, 读取后按 (offset &amp; 3) 做字节移位: data &gt;&gt;= (byte_offset *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2: CfgWr 写入数据全为零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原因: VCS 端用 tlp_len[1:0] 提取长度, 但 len=4 时 [1:0] = 0 → 写入 0 字节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改用 tlp_len[2:0] (3 bit), 正确表示 1-4 字节长度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3: BAR0 地址始终为 0x00000000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原因: Guest 写 0xFFFFFFFF 到 BAR0 做 sizing, 但 VCS 端直接存储 → 读回 0xFFFFFFFF (无效)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添加 BAR0_SIZE_MASK 逻辑, 写入时保存原值, sizing 读取返回 ~(SIZE-1) | type bits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1: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Config Space 读写验证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11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操作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期望值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Vendor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CfgRd 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0x1AF4 (Virtio)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 ID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CfgRd 0x02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0x1041 (net)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Header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CfgRd 0x0E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0x00 (Type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BAR0 Sizing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Write 0xFFF.. -&gt; Read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~(SIZE-1)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BAR0 Assign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Write base addr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Correct addr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Cap Pointer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CfgRd 0x34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0x40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Command Reg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CfgWr 0x04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Memory Enable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5212080"/>
            <a:ext cx="5486400" cy="9144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00"/>
                </a:solidFill>
                <a:latin typeface="SimHei"/>
              </a:defRPr>
            </a:pPr>
            <a:r>
              <a:t>Phase 1 结果: Config Space ALL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2: Virtio 寄存器集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VCS EP Stub 添加 Virtio-PCI 寄存器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12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Virtio PCI Capabilities (Config Space)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Cap @ 0x40: Common Cfg (BAR0 + 0x1000)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Cap @ 0x50: Notify (BAR0 + 0x2000)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Cap @ 0x60: ISR (BAR0 + 0x3000)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Cap @ 0x70: Device Cfg (BAR0 + 0x4000)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Common Cfg 寄存器 (BAR0+0x1000)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+0x00: device_feature_select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+0x04: device_feature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+0x08: driver_feature_select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+0x0C: driver_feature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+0x14: device_status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+0x16: num_queues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+0x1E: queue_size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+0x20: queue_msix_vector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+0x22: queue_enable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Device Cfg 寄存器 (BAR0+0x4000)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+0x00~0x05: MAC Address (6 bytes)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+0x06: status (uint16)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+0x08: max_virtqueue_pairs (uint16)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Notify 寄存器 (BAR0+0x2000)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每个 queue 一个 notify offset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notify_off_multiplier = 2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ISR 寄存器 (BAR0+0x3000)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+0x00: ISR status (read-clear)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2: 遇到的问题与解决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13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CC0000"/>
                </a:solidFill>
                <a:latin typeface="SimHei"/>
              </a:defRPr>
            </a:pPr>
            <a:r>
              <a:t>问题: MAC 地址字节序反转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现象: Guest 读取 MAC 得到 01:00:EF:BE:AD:DE (应为 DE:AD:BE:EF:00:01)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根因: MMIO 读取返回 32-bit dword, 但 MAC 为 6 字节按字节寻址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VCS 端将 MAC 按 big-endian 排列在 dword 中, 但 MMIO 通路为 little-endian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修复方案: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vio_devcfg_read 函数中按 LE 规则重排字节: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MAC[0] -&gt; byte0 (bits[7:0]), MAC[1] -&gt; byte1 (bits[15:8]),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00584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// vio_devcfg_read: MAC LE reorder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data = {mac[offset+3], mac[offset+2], mac[offset+1], mac[offset]};  // LE byte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virtio_reg_test 17/17 ALL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14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2743200"/>
                <a:gridCol w="27432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期望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device_feature_select W/R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device_feature (page0)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Features[31:0]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device_feature (page1)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Features[63:32]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driver_feature_select W/R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0/1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driver_feature W/R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Negotiated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device_status W/R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0x01-&gt;0x03-&gt;0x0F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num_queues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 (TX+RX)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queue_select W/R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0/1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queue_size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10-13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queue desc/avail/used addr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64-bit W/R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queue_enable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0-&gt;1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MAC addr (6 bytes)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DE:AD:BE:EF:00:01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ISR read-clear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0x01-&gt;0x00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notify queue kick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Queue index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2b: Virtio 驱动绑定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virtio_net.ko 内核模块加载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15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目标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让 Linux 内核 virtio_net 驱动成功 probe 并创建 eth0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关键配置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Vendor ID: 0x1AF4 (Red Hat / Virtio)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Device ID: 0x1041 (virtio-net, transitional)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Subsystem Vendor: 0x1AF4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Subsystem Device: 0x0001 (network)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Revision: 0x01 (virtio 1.0+)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驱动加载流程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1. modprobe virtio_pci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2. PCI 枚举匹配 Vendor/Device ID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3. virtio_pci_probe -&gt; 读取 capabilities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4. virtio_net probe -&gt; 协商 features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5. 创建 eth0 网卡接口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PCI 枚举发现设备</a:t>
            </a:r>
          </a:p>
        </p:txBody>
      </p:sp>
      <p:sp>
        <p:nvSpPr>
          <p:cNvPr id="8" name="Down Arrow 7"/>
          <p:cNvSpPr/>
          <p:nvPr/>
        </p:nvSpPr>
        <p:spPr>
          <a:xfrm>
            <a:off x="9235440" y="2103120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virtio_pci_probe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35440" y="2743200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926080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读取 Capabilities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35440" y="3383280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3566159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Feature 协商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235440" y="4023359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4206240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Queue 配置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235440" y="4663440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4846320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virtio_net probe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235440" y="5303520"/>
            <a:ext cx="274320" cy="164592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5486399"/>
            <a:ext cx="4114800" cy="4572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eth0 创建成功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2b: 遇到的问题与解决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16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1: virtio_net.ko 模块缺失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modprobe virtio_net 报错 module not found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根因: QEMU 使用的 rootfs 内核 (6.6.x) 未包含 virtio_net 模块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下载匹配版本 linux-modules-6.6.110-virt, 解压到 rootfs 的 /lib/modules/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2: probe failed -22 (EINVAL)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virtio_pci_probe 返回 -EINVAL, dmesg 显示 IRQ 分配失败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根因: Config Space INT_PIN = 0 -&gt; 内核认为设备不支持中断 -&gt; IRQ=0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设置 cfg_space[0x3D] = 0x01 (INT_PIN = INTA), 内核正确分配 IRQ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3: BAR1-5 被误分配地址空间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内核为 BAR1-5 分配了地址, 但实际不存在 -&gt; 访问异常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根因: CfgWr 对 BAR1-5 写 0xFFFFFFFF 后, VCS 端未返回 0 (应指示不可用)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CfgRd BAR1-5 始终返回 0x00000000, 表示这些 BAR 未实现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828800"/>
            <a:ext cx="1828800" cy="182880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imHei"/>
              </a:defRPr>
            </a:pPr>
            <a:r>
              <a:t>第三部分: Phase 2b 最终结果</a:t>
            </a:r>
          </a:p>
          <a:p>
            <a:pPr algn="ctr">
              <a:defRPr sz="2000">
                <a:solidFill>
                  <a:srgbClr val="D6E8F7"/>
                </a:solidFill>
                <a:latin typeface="SimHei"/>
              </a:defRPr>
            </a:pPr>
            <a:r>
              <a:t>驱动绑定成功 + 完整验证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2b: 最终测试结果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virtio_net 驱动绑定成功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18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743200" cy="5486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device_status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4572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000"/>
                </a:solidFill>
                <a:latin typeface="Courier New"/>
              </a:defRPr>
            </a:pPr>
            <a:r>
              <a:t>0x0F (DRIVER_OK)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2743200" cy="5486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网卡接口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377440"/>
            <a:ext cx="4572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000"/>
                </a:solidFill>
                <a:latin typeface="Courier New"/>
              </a:defRPr>
            </a:pPr>
            <a:r>
              <a:t>eth0 已创建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2743200" cy="5486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MAC 地址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108960"/>
            <a:ext cx="4572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000"/>
                </a:solidFill>
                <a:latin typeface="Courier New"/>
              </a:defRPr>
            </a:pPr>
            <a:r>
              <a:t>DE:AD:BE:EF:00:01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2743200" cy="5486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驱动模块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840480"/>
            <a:ext cx="4572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000"/>
                </a:solidFill>
                <a:latin typeface="Courier New"/>
              </a:defRPr>
            </a:pPr>
            <a:r>
              <a:t>virtio_net.ko 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743200" cy="5486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SimHei"/>
              </a:defRPr>
            </a:pPr>
            <a:r>
              <a:t>PCI 设备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572000"/>
            <a:ext cx="4572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000"/>
                </a:solidFill>
                <a:latin typeface="Courier New"/>
              </a:defRPr>
            </a:pPr>
            <a:r>
              <a:t>1AF4:1041 (virtio-net)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03520"/>
            <a:ext cx="100584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# dmesg key output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  2.345] virtio_net virtio0: device_status = 0x0F (DRIVER_OK)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  2.346] virtio_net virtio0 eth0: MAC DE:AD:BE:EF:00:01, MTU 1500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VCS 侧: Virtio 完整协商流程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19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1. Reset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4630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device_status = 0x00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驱动重置设备</a:t>
            </a:r>
          </a:p>
        </p:txBody>
      </p:sp>
      <p:sp>
        <p:nvSpPr>
          <p:cNvPr id="9" name="Down Arrow 8"/>
          <p:cNvSpPr/>
          <p:nvPr/>
        </p:nvSpPr>
        <p:spPr>
          <a:xfrm>
            <a:off x="1463040" y="20116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2. 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488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device_status |= 0x01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48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驱动确认发现设备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63040" y="26974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3. DRIVER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8346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device_status |= 0x02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驱动已加载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33832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4.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5204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读取 device_feature</a:t>
            </a:r>
            <a:br/>
            <a:r>
              <a:t>写入 driver_feature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520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协商设备特性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463040" y="40690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5. FEATURES_OK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2062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device_status |= 0x08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206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特性协商完成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463040" y="47548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6. Queue Setup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8920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配置 queue_size</a:t>
            </a:r>
            <a:br/>
            <a:r>
              <a:t>desc/avail/used addr</a:t>
            </a:r>
            <a:br/>
            <a:r>
              <a:t>queue_enable 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92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初始化 Virtqueue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463040" y="54406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22860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7. DRIVER_OK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5577840"/>
            <a:ext cx="411480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  <a:latin typeface="Courier New"/>
              </a:defRPr>
            </a:pPr>
            <a:r>
              <a:t>device_status |= 0x04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577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SimHei"/>
              </a:defRPr>
            </a:pPr>
            <a:r>
              <a:t>驱动就绪, 设备可用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Config Space Hex Dump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修复后的正确配置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20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4754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PCI Config Space (256 bytes) - after fixes: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Offset  00 01 02 03  04 05 06 07  08 09 0A 0B  0C 0D 0E 0F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------  ----------- ----------- ----------- -----------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00h:  F4 1A 41 10  06 01 10 00  01 00 00 02  00 00 00 00   &lt;- Vendor=1AF4 Device=1041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10h:  xx xx xx x4  00 00 00 00  00 00 00 00  00 00 00 00   &lt;- BAR0=actual addr BAR1-5=0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20h:  00 00 00 00  00 00 00 00  00 00 00 00  F4 1A 01 00   &lt;- SubVendor=1AF4 SubDev=0001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30h:  00 00 00 00  40 00 00 00  00 00 00 00  0B 01 00 00   &lt;- CapPtr=0x40 IntPin=INTA(0x01)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40h:  09 50 01 01  04 00 00 10  00 10 00 00  00 00 00 00   &lt;- Virtio Common Cfg Cap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50h:  09 60 02 01  04 00 00 20  00 10 00 00  02 00 00 00   &lt;- Virtio Notify Cap (mult=2)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60h:  09 70 03 01  04 00 00 30  00 10 00 00  00 00 00 00   &lt;- Virtio ISR Cap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70h:  09 00 04 01  04 00 00 40  00 10 00 00  00 00 00 00   &lt;- Virtio Device Cfg Cap (last)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Key fix annotations: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[0x0E] Header Type = 0x00 (Type 0 endpoint)          &lt;- Phase 1 fix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[0x10] BAR0 = actual assigned address (not 0)         &lt;- BAR sizing fix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[0x14-0x24] BAR1-5 = 0x00000000 (not implemented)    &lt;- Phase 2b fix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[0x3D] INT_PIN = 0x01 (INTA)                          &lt;- Phase 2b fix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DMA 通路验证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21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DMA Read 流程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1. VCS EP 发起 DMA Read Request (地址 + 长度)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2. bridge 接收请求, 调用 QEMU address_space_read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3. 从 Guest 物理内存读取数据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4. 通过 Ring Buffer 返回 DMA Read Completion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DMA Write 流程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1. VCS EP 发起 DMA Write (地址 + 数据)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2. bridge 接收, 调用 address_space_write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3. 写入 Guest 物理内存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91440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DMA 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方向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大小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DMA Read 单 dword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VCS-&gt;Guest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DMA Read 多 dword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VCS-&gt;Guest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64B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DMA Write 单 dword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VCS-&gt;Guest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DMA Write 多 dword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VCS-&gt;Guest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64B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DMA 地址对齐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双向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Various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754880"/>
            <a:ext cx="5029200" cy="73152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8000"/>
                </a:solidFill>
                <a:latin typeface="SimHei"/>
              </a:defRPr>
            </a:pPr>
            <a:r>
              <a:t>DMA 通路: ALL PASS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NIC TX 仿真: 数据包发送验证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22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TX 发送流程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1. Guest 构造网络包, 写入 TX Virtqueue descriptor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2. 更新 avail ring, 写 notify 寄存器 kick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3. VCS EP 检测 notify, DMA 读取 descriptor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4. DMA 读取数据包内容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5. 写入 used ring, 触发中断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验证结果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Guest ping -&gt; VCS 端成功接收 ARP/ICMP 包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包内容与 Guest 发送一致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463040"/>
            <a:ext cx="4572000" cy="4572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Guest: 构造 packet</a:t>
            </a:r>
          </a:p>
        </p:txBody>
      </p:sp>
      <p:sp>
        <p:nvSpPr>
          <p:cNvPr id="8" name="Down Arrow 7"/>
          <p:cNvSpPr/>
          <p:nvPr/>
        </p:nvSpPr>
        <p:spPr>
          <a:xfrm>
            <a:off x="9006840" y="1920240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4572000" cy="4572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写入 TX desc ring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006840" y="2560320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2743200"/>
            <a:ext cx="4572000" cy="4572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Notify kick (BAR0+0x2000)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006840" y="3200400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3383279"/>
            <a:ext cx="4572000" cy="457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VCS: DMA read desc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006840" y="3840479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4023360"/>
            <a:ext cx="4572000" cy="457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VCS: DMA read packet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006840" y="4480560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4663440"/>
            <a:ext cx="4572000" cy="457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VCS: Update used ring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006840" y="5120640"/>
            <a:ext cx="228600" cy="13716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5303519"/>
            <a:ext cx="4572000" cy="457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触发中断 -&gt; Guest 回收 buffer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828800"/>
            <a:ext cx="1828800" cy="182880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imHei"/>
              </a:defRPr>
            </a:pPr>
            <a:r>
              <a:t>Phase 3: Virtqueue 引擎实现</a:t>
            </a:r>
          </a:p>
          <a:p>
            <a:pPr algn="ctr">
              <a:defRPr sz="2000">
                <a:solidFill>
                  <a:srgbClr val="D6E8F7"/>
                </a:solidFill>
                <a:latin typeface="SimHei"/>
              </a:defRPr>
            </a:pPr>
            <a:r>
              <a:t>VCS 端完整处理 Virtqueue 描述符链 + ETH SHM 转发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3: Virtqueue 架构设计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新增模块与数据流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24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新增文件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virtqueue_dma.h / virtqueue_dma.c  —  VQ 处理引擎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修改文件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bridge_vcs.c  —  新增 DMA 任意长度读写 (uint8_t*)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eth_mac_dpi.c  —  新增 raw C 层 send/recv 函数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pcie_ep_stub.sv  —  新增 notify_valid/notify_queue 输出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tb_top.sv  —  DRIVER_OK 检测 + VQ 配置 + notify 处理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核心 API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bridge_dma_read_bytes(addr, buf, len)  —  任意长度 DMA 读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bridge_dma_write_bytes(addr, buf, len)  —  任意长度 DMA 写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vcs_vq_process_tx()  —  TX 队列处理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vcs_vq_process_rx()  —  RX 队列处理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109728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Descriptor Table (16B/条目)</a:t>
            </a:r>
            <a:br/>
            <a:r>
              <a:t>addr[8] + len[4] + flags[2] + next[2]</a:t>
            </a:r>
          </a:p>
        </p:txBody>
      </p:sp>
      <p:sp>
        <p:nvSpPr>
          <p:cNvPr id="8" name="Down Arrow 7"/>
          <p:cNvSpPr/>
          <p:nvPr/>
        </p:nvSpPr>
        <p:spPr>
          <a:xfrm>
            <a:off x="9006840" y="2788920"/>
            <a:ext cx="274320" cy="27432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3108960"/>
            <a:ext cx="45720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Avail Ring</a:t>
            </a:r>
            <a:br/>
            <a:r>
              <a:t>flags[2] + idx[2] + ring[2*N]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006840" y="3886200"/>
            <a:ext cx="274320" cy="27432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572000" cy="7315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SimHei"/>
              </a:defRPr>
            </a:pPr>
            <a:r>
              <a:t>Used Ring</a:t>
            </a:r>
            <a:br/>
            <a:r>
              <a:t>flags[2] + idx[2] + ring[8*N](id+len)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5120640"/>
            <a:ext cx="4572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struct virtq_desc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uint64_t addr;   // GPA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uint32_t len;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uint16_t flags;  // NEXT=1, WRITE=2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uint16_t next;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3: TX 发送流程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Guest 发包 → VCS 提取 → ETH SHM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25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943600" cy="502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Guest: 构造网络包</a:t>
            </a:r>
            <a:br/>
            <a:r>
              <a:t>写入 TX descriptor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91840" y="187452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943600" cy="502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Guest: 更新 avail ring idx</a:t>
            </a:r>
            <a:br/>
            <a:r>
              <a:t>写 notify 寄存器 (BAR0+0x2000)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91840" y="251460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943600" cy="5029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EP Stub: 检测 notify MWr</a:t>
            </a:r>
            <a:br/>
            <a:r>
              <a:t>输出 notify_valid + queue_idx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91840" y="315468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291839"/>
            <a:ext cx="5943600" cy="5029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tb_top: 检测 notify_valid</a:t>
            </a:r>
            <a:br/>
            <a:r>
              <a:t>调用 vcs_vq_process_tx()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91840" y="3794759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943600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VQ 引擎: DMA 读 avail ring</a:t>
            </a:r>
            <a:br/>
            <a:r>
              <a:t>获取 head descriptor index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291840" y="443484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943600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VQ 引擎: DMA 读 descriptor chain</a:t>
            </a:r>
            <a:br/>
            <a:r>
              <a:t>跳过 12B virtio-net header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91840" y="5074920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212079"/>
            <a:ext cx="5943600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VQ 引擎: DMA 读取数据包</a:t>
            </a:r>
            <a:br/>
            <a:r>
              <a:t>转发到 ETH SHM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291840" y="5714999"/>
            <a:ext cx="228600" cy="109728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5852159"/>
            <a:ext cx="5943600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B5C"/>
                </a:solidFill>
                <a:latin typeface="SimHei"/>
              </a:defRPr>
            </a:pPr>
            <a:r>
              <a:t>VQ 引擎: 更新 used ring</a:t>
            </a:r>
            <a:br/>
            <a:r>
              <a:t>used_idx++ 通知 Guest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3716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Virtio-net Header 处理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VERSION_1 header = 12 字节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必须跳过后才是网络包数据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Linux 可能合并 header+data 在单个描述符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使用 hdr_remaining 计数器跟踪剩余头部字节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840480"/>
            <a:ext cx="48463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// hdr_remaining = 12 (virtio-net hdr)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if (hdr_remaining &gt; 0)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if (buf_len &lt;= hdr_remaining)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// 整个 desc 都是 header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hdr_remaining -= buf_len;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buf_len = 0;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} else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// 部分 header, 跳过后读 data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buf_addr += hdr_remaining;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buf_len  -= hdr_remaining;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hdr_remaining = 0;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3: 遇到的问题与解决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26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1: virtio_net.ko 模块路径错误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insmod 报错 module not found, device_status 停在 0x01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使用 KVER=$(uname -r) 动态拼接路径 /lib/modules/$KVER/kernel/drivers/net/virtio_net.ko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2: NBA 时序问题 — notify_valid 未被检测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EP Stub 输出 notify_valid (NBA), 但 tb_top initial 块同周期检查时还未更新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在检查 notify_valid 前添加 @(posedge clk) 等待 NBA 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3: Virtio-net Header 未剥离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现象: 转发 54 字节/包 (应为 42), 前 12 字节为 virtio header 而非网络数据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使用 hdr_remaining=12 计数器, 支持 header 与 data 合并在单个描述符的情况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CC0000"/>
                </a:solidFill>
                <a:latin typeface="SimHei"/>
              </a:defRPr>
            </a:pPr>
            <a:r>
              <a:t>问题 4: DMA 仅支持 64 字节 (int[16])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008000"/>
                </a:solidFill>
                <a:latin typeface="SimHei"/>
              </a:defRPr>
            </a:pPr>
            <a:r>
              <a:t>修复: 新增 bridge_dma_read/write_bytes() — 支持任意长度 uint8_t* 缓冲区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3: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Virtqueue TX 路径完整验证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27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7432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详情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DRIVER_OK 检测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device_status &amp; 0x04 触发 VQ 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RX Queue 配置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desc=0x22c0000 avail=0x22c1000 size=256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TX Queue 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desc=0x1fb0000 avail=0x1fb1000 size=256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TX Pkt #1 (ARP)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54B desc → 剥离 12B hdr → 42B 转发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TX Pkt #2 (ARP)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54B desc → 42B 转发, used_idx=2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TX Pkt #3 (ARP)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54B desc → 42B 转发, used_idx=3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Used Ring 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used_idx 0→1→2→3 正确递增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ETH SHM 转发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所有包成功写入共享内存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5303520"/>
            <a:ext cx="5486400" cy="9144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00"/>
                </a:solidFill>
                <a:latin typeface="SimHei"/>
              </a:defRPr>
            </a:pPr>
            <a:r>
              <a:t>Phase 3 结果: TX 路径 ALL PASS (3/3 包)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3: VCS 日志输出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实际运行关键日志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28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DRIVER_OK detected, configuring VQ rings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[VQ] Queue 0 configured: desc=0x22c0000 avail=0x22c1000 used=0x22c1240 size=256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[VQ] Queue 1 configured: desc=0x1fb0000 avail=0x1fb1000 used=0x1fb1240 size=256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Virtqueue rings configured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RX queue notify (new buffers available)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desc[0]: addr=0x1954246 len=54 flags=0x0 next=1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Skipping 12 header bytes, reading 42 data bytes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Forwarded 42 bytes to ETH SHM (pkt #1)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Processed 1 descriptors, used_idx=1, total_tx=1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TX notify: processed 1 packets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desc[0]: addr=0x1954006 len=54 flags=0x0 next=1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Skipping 12 header bytes, reading 42 data bytes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Forwarded 42 bytes to ETH SHM (pkt #2)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Processed 1 descriptors, used_idx=2, total_tx=2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TX notify: processed 1 packets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desc[0]: addr=0x1954486 len=54 flags=0x0 next=1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Skipping 12 header bytes, reading 42 data bytes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Forwarded 42 bytes to ETH SHM (pkt #3)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Processed 1 descriptors, used_idx=3, total_tx=3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[TB-VQ] TX notify: processed 1 packets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828800"/>
            <a:ext cx="1828800" cy="182880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imHei"/>
              </a:defRPr>
            </a:pPr>
            <a:r>
              <a:t>第五部分: Phase 4 双向网络通信</a:t>
            </a:r>
          </a:p>
          <a:p>
            <a:pPr algn="ctr">
              <a:defRPr sz="2000">
                <a:solidFill>
                  <a:srgbClr val="D6E8F7"/>
                </a:solidFill>
                <a:latin typeface="SimHei"/>
              </a:defRPr>
            </a:pPr>
            <a:r>
              <a:t>Phase 4: RX 注入 + 双 VCS 互联 + Ping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双 VCS 互联架构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两个 QEMU + 两个 VCS 通过 ETH SHM 实现双向通信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30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架构设计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Guest1 (10.0.0.2) + QEMU1 + VCS1 (Role A)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Guest2 (10.0.0.1) + QEMU2 + VCS2 (Role B)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ETH SHM 共享内存互联两个 VCS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数据流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TX: Guest → Virtqueue → VCS(TX) → ETH SHM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RX: ETH SHM → VCS(RX) → Virtqueue → Guest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两种模式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Mode 1 (TAP): 单 VCS + TAP bridge（需要 sudo）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Mode 2 (DUAL): 双 VCS 互联（无需 sudo）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7772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Guest1 (10.0.0.2)</a:t>
            </a:r>
            <a:br/>
            <a:r>
              <a:t>virtio-net / eth0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5029200" cy="7772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QEMU1 + VCS1</a:t>
            </a:r>
            <a:br/>
            <a:r>
              <a:t>(Role A, MAC=01)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7772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ETH SHM</a:t>
            </a:r>
            <a:br/>
            <a:r>
              <a:t>(双向环形缓冲区)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480560"/>
            <a:ext cx="5029200" cy="77724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QEMU2 + VCS2</a:t>
            </a:r>
            <a:br/>
            <a:r>
              <a:t>(Role B, MAC=02)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486400"/>
            <a:ext cx="5029200" cy="7772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SimHei"/>
              </a:defRPr>
            </a:pPr>
            <a:r>
              <a:t>Guest2 (10.0.0.1)</a:t>
            </a:r>
            <a:br/>
            <a:r>
              <a:t>virtio-net / eth0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8240" y="2240280"/>
            <a:ext cx="274320" cy="18288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778240" y="3246120"/>
            <a:ext cx="274320" cy="18288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778240" y="4251960"/>
            <a:ext cx="274320" cy="18288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8778240" y="5257800"/>
            <a:ext cx="274320" cy="182880"/>
          </a:xfrm>
          <a:prstGeom prst="downArrow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RX 注入实现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ETH SHM → VCS → Virtqueue → Guest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31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RX 注入流程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1. VCS 主循环轮询 ETH SHM 的 RX 队列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2. 收到包后 DMA 写入 Guest 的 RX Virtqueue 缓冲区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3. 添加 virtio-net header (12B) 前缀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4. 更新 used ring 并触发 MSI/INTx 中断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5. Guest 内核收到中断后处理网络包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关键实现细节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virtqueue_rx_inject(): DMA 写 header + 负载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ISR 寄存器: BAR0+0x3000, 读清除模式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INTx 中断: assert → Guest ISR 读 → deassert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// VCS 主循环 (tb_top.sv)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forever begin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// 1. 轮询 TLP (1ms 超时, 非阻塞)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ret = bridge_vcs_poll_tlp(...);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if (ret == 0) begin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// 处理 TLP (MRd/MWr/CfgRd/CfgWr)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end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// 2. 轮询 RX (从 ETH SHM 接收)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rx_len = eth_mac_rx_poll(rx_buf);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if (rx_len &gt; 0) begin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virtqueue_rx_inject(rx_buf, rx_len);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bridge_vcs_raise_msi(0);  // 触发中断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end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遇到的问题与解决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32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840480"/>
                <a:gridCol w="420624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问题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原因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解决方案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TLP 轮询阻塞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导致 RX 无法工作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sock_sync_recv 阻塞等待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 无法轮询 ETH SHM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新增 sock_sync_recv_timed()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使用 poll() 1ms 超时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Guest2→Guest1 Ping 失败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单向通信正常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Guest1 完成后立即关机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VCS1 退出无法转发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增加 30s 关机前等待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确保双方测试完成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ARP 解析延迟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导致首包丢失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双方同时 Ping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无 ARP 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增加预 Ping ARP 探测步骤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确保 MAC 地址已缓存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VCS 编译工具链问题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系统 GCC 4.8.5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不支持 C11 (stdatomic.h)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链接器不支持 -no-pie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使用 conda GCC 15.2.0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-std=gnu11 + conda g++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核心修复 — 非阻塞 TLP 轮询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解决 TX/RX 路径死锁问题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33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修复前 (阻塞模式):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int bridge_vcs_poll_tlp(...)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sync_msg_t msg;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// 阻塞等待 QEMU 发送 TLP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int ret = sock_sync_recv(g_sock_fd, &amp;msg);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// VCS 永远阻塞在这里,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// 无法轮询 ETH SHM 接收 RX 包!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修复后 (非阻塞模式):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int bridge_vcs_poll_tlp(...) {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sync_msg_t msg;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// 1ms 超时, 非阻塞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int ret = sock_sync_recv_timed(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    g_sock_fd, &amp;msg, 1);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if (ret == 1) return 1; // 超时→轮询RX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CC0000"/>
                </a:solidFill>
                <a:latin typeface="SimHei"/>
              </a:defRPr>
            </a:pPr>
            <a:r>
              <a:t>问题分析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VCS 主循环: poll_tlp → TLP处理 → RX轮询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poll_tlp 阻塞时, RX 永远不会被执行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Guest 发的包能出去(TX), 但收不到回复(RX)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解决方案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新增 sock_sync_recv_timed() 函数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使用 poll() 系统调用, 1ms 超时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超时时返回 1, VCS 继续轮询 RX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有数据时正常处理 TLP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效果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TX 和 RX 路径同时工作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SimHei"/>
              </a:defRPr>
            </a:pPr>
            <a:r>
              <a:t>双向 Ping 全部成功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双 VCS 互联模式 — 双向 Ping 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34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1097280"/>
                <a:gridCol w="1097280"/>
                <a:gridCol w="1371600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方向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发送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接收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丢包率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ARP 探测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Guest1→Guest2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ARP 探测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Guest2→Guest1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Ping 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Guest1→Guest2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Ping 测试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Guest2→Guest1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400" b="1">
                <a:solidFill>
                  <a:srgbClr val="008000"/>
                </a:solidFill>
                <a:latin typeface="SimHei"/>
              </a:defRPr>
            </a:pPr>
            <a:r>
              <a:t>Phase 4 结果: 双向 Ping ALL PASS (8/8 包)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800" b="1">
                <a:solidFill>
                  <a:srgbClr val="002B5C"/>
                </a:solidFill>
                <a:latin typeface="SimHei"/>
              </a:defRPr>
            </a:pPr>
            <a:r>
              <a:t>测试配置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SimHei"/>
              </a:defRPr>
            </a:pPr>
            <a:r>
              <a:t>Guest1: 10.0.0.2 (QEMU1 + VCS1/Role A, MAC=de:ad:be:ef:00:01)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SimHei"/>
              </a:defRPr>
            </a:pPr>
            <a:r>
              <a:t>Guest2: 10.0.0.1 (QEMU2 + VCS2/Role B, MAC=de:ad:be:ef:00:02)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SimHei"/>
              </a:defRPr>
            </a:pPr>
            <a:r>
              <a:t>ETH SHM: /cosim_eth0 (双向环形缓冲区, a_to_b / b_to_a)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SimHei"/>
              </a:defRPr>
            </a:pPr>
            <a:r>
              <a:t>中断模式: INTx (pci_set_irq assert/deassert)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4: VCS 日志输出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双方 TX/RX 包处理记录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35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7607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--- VCS1 (Role A) ---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Injected 98 bytes, rx_pkt #10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frame hex: de ad be ef 00 01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de ad be ef 00 02 08 00 45 00 ...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(ICMP echo reply from Guest2)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[EP-ISR] ISR read: value=0x00000001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desc[0]: addr=0x1954246 len=110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Skipping 12 header bytes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pkt_len=98 hex: de ad be ef 00 02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de ad be ef 00 01 08 00 45 00 ...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(ICMP echo reply to Guest2)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Forwarded 98 bytes to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(pkt #10)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7607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--- VCS2 (Role B) ---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Injected 98 bytes, rx_pkt #9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frame hex: de ad be ef 00 02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de ad be ef 00 01 08 00 45 00 ...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(ICMP echo request from Guest1)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[EP-ISR] ISR read: value=0x00000001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desc[0]: addr=0x1955206 len=110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Skipping 12 header bytes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pkt_len=98 hex: de ad be ef 00 01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de ad be ef 00 02 08 00 45 00 ...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(ICMP echo reply forwarded)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Forwarded 98 bytes to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(pkt #10)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828800"/>
            <a:ext cx="1828800" cy="182880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imHei"/>
              </a:defRPr>
            </a:pPr>
            <a:r>
              <a:t>Phase 5: TCP/iperf 吞吐测试</a:t>
            </a:r>
          </a:p>
          <a:p>
            <a:pPr algn="ctr">
              <a:defRPr sz="2000">
                <a:solidFill>
                  <a:srgbClr val="D6E8F7"/>
                </a:solidFill>
                <a:latin typeface="SimHei"/>
              </a:defRPr>
            </a:pPr>
            <a:r>
              <a:t>nc 多段 + iperf3 端到端吞吐量验证 — 全部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5: 测试架构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双 VCS 互联方案 — Server/Client 角色分配 + 静态 ARP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37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测试目标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验证 TCP 数据流端到端传输能力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nc: 多段数据传输 (512B / 1KB / 2KB / 4KB)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iperf3: 3s TCP 吞吐量基准测试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双 VCS 互联方案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两个 QEMU Guest 通过 ETH SHM 连接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Server (Guest1): 10.0.0.1, MAC de:ad:be:ef:00:01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Client (Guest2): 10.0.0.2, MAC de:ad:be:ef:00:02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关键改进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008000"/>
                </a:solidFill>
                <a:latin typeface="SimHei"/>
              </a:defRPr>
            </a:pPr>
            <a:r>
              <a:t>BQL 死锁修复: MSI 回调 + DMA 线程安全化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静态 ARP 表项: 防止测试间隙 ARP 缓存过期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数据流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Sim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66928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Server (10.0.0.1)         Client (10.0.0.2)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QEMU1 + VCS1(A)            QEMU2 + VCS2(B)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           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|&lt;-- ETH SHM (cosim_eth0) -&gt;|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           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[1] ping 连通测试           RTT ~7ms, 0% loss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             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[2] nc -l -p 5000          nc -&gt; 5000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&lt;-- 512B/1K/2K/4K --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     全部 PASS   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[3] iperf3 -s              iperf3 -c 10.0.0.1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&lt;-- 3s TCP 吞吐 ---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9.74 Mbps sender 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8.98 Mbps receiver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|  0 retransmissions        |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静态 ARP 映射: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Server: 10.0.0.2 -&gt; de:ad:be:ef:00:02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Client: 10.0.0.1 -&gt; de:ad:be:ef:00:01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5: 测试结果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所有测试全部 PASS — nc 多段 + iperf3 吞吐量验证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38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1828800"/>
                <a:gridCol w="22860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方向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数据量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耗时/吞吐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Ping 连通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双向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ICMP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0% 丢包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RTT ~7ms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nc TCP 1KB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1024 bytes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数据完整接收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nc TCP 512B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512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数据完整接收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nc TCP 1024B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1024 bytes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数据完整接收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nc TCP 2048B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2048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数据完整接收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nc TCP 4096B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4096 bytes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数据完整接收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iperf3 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Client→Server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3s 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9.74/8.98 Mbps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 retrans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iperf3 吞吐量 (PASS)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Sender: 9.74 Mbps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Receiver: 8.98 Mbps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Retransmissions: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30352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2B5C"/>
                </a:solidFill>
                <a:latin typeface="SimHei"/>
              </a:defRPr>
            </a:pPr>
            <a:r>
              <a:t>网络统计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Server: rx=2442 pkts, tx=366 pkts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ourier New"/>
              </a:defRPr>
            </a:pPr>
            <a:r>
              <a:t>Client: tx=2441 pkts, rx=366 pkts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008000"/>
                </a:solidFill>
                <a:latin typeface="Courier New"/>
              </a:defRPr>
            </a:pPr>
            <a:r>
              <a:t>0 errors, 0 dropped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5: 关键技术突破 — BQL 死锁修复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irq_poller 线程与主线程争锁问题的解决方案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39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 b="1">
                <a:solidFill>
                  <a:srgbClr val="CC0000"/>
                </a:solidFill>
                <a:latin typeface="SimHei"/>
              </a:defRPr>
            </a:pPr>
            <a:r>
              <a:t>问题: BQL 死锁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SimHei"/>
              </a:defRPr>
            </a:pP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irq_poller 线程在 MSI 回调中调用 bql_lock()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主线程持有 BQL 等待 DMA 处理完成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CC0000"/>
                </a:solidFill>
                <a:latin typeface="SimHei"/>
              </a:defRPr>
            </a:pPr>
            <a:r>
              <a:t>irq_poller 阻塞 → DMA 无法处理 → 死锁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48640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死锁场景: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主线程:    bql_lock() → 等待 DMA 完成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irq_poller: MSI 回调 → bql_lock() → 阻塞!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→ DMA 回调无法执行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→ 主线程永远等待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→ 死锁!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 b="1">
                <a:solidFill>
                  <a:srgbClr val="008000"/>
                </a:solidFill>
                <a:latin typeface="SimHei"/>
              </a:defRPr>
            </a:pPr>
            <a:r>
              <a:t>解决方案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SimHei"/>
              </a:defRPr>
            </a:pP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MSI 回调: 改为入队 + QEMU bottom-half 延迟处理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008000"/>
                </a:solidFill>
                <a:latin typeface="SimHei"/>
              </a:defRPr>
            </a:pPr>
            <a:r>
              <a:t>irq_poller 永不阻塞 BQL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DMA 回调: 改用 cpu_physical_memory_read/write</a:t>
            </a:r>
          </a:p>
          <a:p>
            <a:pPr lvl="2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008000"/>
                </a:solidFill>
                <a:latin typeface="SimHei"/>
              </a:defRPr>
            </a:pPr>
            <a:r>
              <a:t>线程安全，无需 BQL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66928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修复后: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irq_poller: MSI → 入队 pending_msi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→ 不调用 bql_lock()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→ 立即返回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主线程 BH: bql_lock() → 处理 pending_msi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→ MSI 注入 → bql_unlock()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DMA 回调:  cpu_physical_memory_read/write()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→ 线程安全, 无需 BQL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Phase 5: 网络统计与 VCS 日志</a:t>
            </a:r>
          </a:p>
          <a:p>
            <a:pPr algn="l">
              <a:defRPr sz="1600">
                <a:solidFill>
                  <a:srgbClr val="D6E8F7"/>
                </a:solidFill>
                <a:latin typeface="SimHei"/>
              </a:defRPr>
            </a:pPr>
            <a:r>
              <a:t>Server/Client 包收发统计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40 / 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14600"/>
                <a:gridCol w="25146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Server (10.0.0.1)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Client (10.0.0.2)</a:t>
                      </a:r>
                    </a:p>
                  </a:txBody>
                  <a:tcPr anchor="ctr">
                    <a:solidFill>
                      <a:srgbClr val="003D7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TX packets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2441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RX packets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2442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366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Dropped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4389120"/>
            <a:ext cx="576072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--- VCS1 (Role A / Server) ---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tx=366 packets forwarded to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rx=2442 packets injected from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包含: ARP, ICMP, TCP (SYN/ACK/PSH/FIN)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iperf3: 3s TCP 吞吐量测试数据流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[EP-ISR] MSI via bottom-half (无 BQL 争锁)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0 errors, 0 dropped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76072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--- VCS2 (Role B / Client) ---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[VQ-TX] tx=2441 packets forwarded to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[VQ-RX] rx=366 packets injected from ETH SHM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包含: ARP, ICMP, TCP (SYN/ACK/PSH/FIN)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iperf3: 9.74 Mbps sender, 8.98 Mbps receiver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[EP-ISR] MSI via bottom-half (无 BQL 争锁)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0 errors, 0 dropped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关键技术要点总结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41 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1031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2B5C"/>
                </a:solidFill>
                <a:latin typeface="SimHei"/>
              </a:defRPr>
            </a:pPr>
            <a:r>
              <a:t>字节序处理 (LE MMIO)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PCIe MMIO 通路为 Little-Endian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QEMU mmio_ops 返回 host-endian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VCS 端按 byte lane 对齐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MAC 地址需手动 LE 重排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21031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2B5C"/>
                </a:solidFill>
                <a:latin typeface="SimHei"/>
              </a:defRPr>
            </a:pPr>
            <a:r>
              <a:t>Config Space 对齐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CfgRd 返回 aligned dword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byte_offset = reg &amp; 0x3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data &gt;&gt;= (byte_offset * 8)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CfgWr 同理需要 byte mask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1031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2B5C"/>
                </a:solidFill>
                <a:latin typeface="SimHei"/>
              </a:defRPr>
            </a:pPr>
            <a:r>
              <a:t>Virtqueue DMA 处理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avail ring → desc chain → buffer DMA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virtio-net header 12B 必须剥离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任意长度 DMA: uint8_t* 缓冲区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NBA 时序: notify 需等一个 clock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1031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2B5C"/>
                </a:solidFill>
                <a:latin typeface="SimHei"/>
              </a:defRPr>
            </a:pPr>
            <a:r>
              <a:t>非阻塞轮询 + 中断配置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poll() 1ms 超时避免 TLP 阻塞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TX/RX 双路径交替执行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INTx: assert → ISR 读清 → deassert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SimHei"/>
              </a:defRPr>
            </a:pPr>
            <a:r>
              <a:t>  静态 ARP + TCP 单段传输可靠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  <a:latin typeface="SimHe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QEMU-VCS CoSim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42 /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已完成 (Phase 0 - 5)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MMIO 通路: MRd/MWr TLP 完整转发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Config Space: CfgRd/CfgWr + BAR sizing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Virtio 寄存器: common_cfg / notify / ISR / device_cfg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驱动绑定: virtio_net probe 成功, eth0 创建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DMA 通路: 双向 DMA Read/Write 验证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Virtqueue TX/RX: ARP/ICMP/TCP 包转发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双 VCS 互联: 双向 Ping 0% 丢包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TCP 吞吐测试: nc 多段 + iperf3 全部 PASS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iperf3: 9.74 Mbps sender, 8.98 Mbps, 0 retrans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BQL 死锁修复: MSI bottom-half + 线程安全 DMA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008000"/>
                </a:solidFill>
                <a:latin typeface="SimHei"/>
              </a:defRPr>
            </a:pPr>
            <a:r>
              <a:t>关键技术突破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BQL 死锁: irq_poller MSI 改为入队 + bottom-half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DMA: cpu_physical_memory_read/write 线程安全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SimHei"/>
              </a:defRPr>
            </a:pPr>
            <a:r>
              <a:t>全部 Phase 0-5 测试通过, 功能与性能均已验证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4630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0</a:t>
            </a:r>
            <a:br/>
            <a:r>
              <a:t>MMIO  -- 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1488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1</a:t>
            </a:r>
            <a:br/>
            <a:r>
              <a:t>Config  -- 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8346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2</a:t>
            </a:r>
            <a:br/>
            <a:r>
              <a:t>Virtio  -- 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5204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2b</a:t>
            </a:r>
            <a:br/>
            <a:r>
              <a:t>Driver  -- 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3</a:t>
            </a:r>
            <a:br/>
            <a:r>
              <a:t>Virtqueue  --  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920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4</a:t>
            </a:r>
            <a:br/>
            <a:r>
              <a:t>Ping  -- 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5577840"/>
            <a:ext cx="4846320" cy="53035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000"/>
                </a:solidFill>
                <a:latin typeface="SimHei"/>
              </a:defRPr>
            </a:pPr>
            <a:r>
              <a:t>Phase 5</a:t>
            </a:r>
            <a:br/>
            <a:r>
              <a:t>TCP/iperf  --  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